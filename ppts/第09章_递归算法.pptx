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398" r:id="rId2"/>
    <p:sldId id="409" r:id="rId3"/>
    <p:sldId id="503" r:id="rId4"/>
    <p:sldId id="500" r:id="rId5"/>
    <p:sldId id="505" r:id="rId6"/>
    <p:sldId id="506" r:id="rId7"/>
    <p:sldId id="507" r:id="rId8"/>
    <p:sldId id="508" r:id="rId9"/>
    <p:sldId id="504" r:id="rId10"/>
    <p:sldId id="510" r:id="rId11"/>
    <p:sldId id="509" r:id="rId12"/>
    <p:sldId id="512" r:id="rId13"/>
    <p:sldId id="513" r:id="rId14"/>
    <p:sldId id="511" r:id="rId15"/>
    <p:sldId id="514" r:id="rId16"/>
    <p:sldId id="515" r:id="rId17"/>
    <p:sldId id="516" r:id="rId18"/>
    <p:sldId id="517" r:id="rId19"/>
    <p:sldId id="518" r:id="rId20"/>
    <p:sldId id="519" r:id="rId21"/>
    <p:sldId id="520" r:id="rId22"/>
    <p:sldId id="521" r:id="rId23"/>
    <p:sldId id="522" r:id="rId24"/>
    <p:sldId id="523" r:id="rId25"/>
    <p:sldId id="524" r:id="rId26"/>
    <p:sldId id="525" r:id="rId27"/>
    <p:sldId id="526" r:id="rId28"/>
    <p:sldId id="527" r:id="rId29"/>
    <p:sldId id="528" r:id="rId30"/>
    <p:sldId id="529" r:id="rId31"/>
    <p:sldId id="530" r:id="rId32"/>
    <p:sldId id="531" r:id="rId33"/>
    <p:sldId id="532" r:id="rId34"/>
    <p:sldId id="533" r:id="rId35"/>
    <p:sldId id="534" r:id="rId36"/>
    <p:sldId id="535" r:id="rId37"/>
    <p:sldId id="536" r:id="rId38"/>
    <p:sldId id="537" r:id="rId39"/>
    <p:sldId id="538" r:id="rId40"/>
    <p:sldId id="539" r:id="rId41"/>
    <p:sldId id="540" r:id="rId42"/>
    <p:sldId id="541" r:id="rId43"/>
    <p:sldId id="542" r:id="rId44"/>
    <p:sldId id="543" r:id="rId45"/>
    <p:sldId id="544" r:id="rId46"/>
    <p:sldId id="545" r:id="rId47"/>
    <p:sldId id="546" r:id="rId48"/>
    <p:sldId id="547" r:id="rId49"/>
    <p:sldId id="548" r:id="rId50"/>
    <p:sldId id="549" r:id="rId51"/>
    <p:sldId id="550" r:id="rId52"/>
    <p:sldId id="551" r:id="rId53"/>
    <p:sldId id="552" r:id="rId54"/>
    <p:sldId id="553" r:id="rId55"/>
    <p:sldId id="501" r:id="rId56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308E"/>
    <a:srgbClr val="00863A"/>
    <a:srgbClr val="FF00FF"/>
    <a:srgbClr val="0000FF"/>
    <a:srgbClr val="262673"/>
    <a:srgbClr val="005825"/>
    <a:srgbClr val="D1D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04" y="64"/>
      </p:cViewPr>
      <p:guideLst>
        <p:guide orient="horz" pos="2164"/>
        <p:guide pos="3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752"/>
    </p:cViewPr>
  </p:sorterViewPr>
  <p:notesViewPr>
    <p:cSldViewPr snapToGrid="0">
      <p:cViewPr varScale="1">
        <p:scale>
          <a:sx n="50" d="100"/>
          <a:sy n="50" d="100"/>
        </p:scale>
        <p:origin x="247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5631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3FDB9-DDE0-4054-8528-4EF247FF799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52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7C1142-F811-4A5F-9F2B-FD8FFE6CA8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2160" y="1717964"/>
            <a:ext cx="4347422" cy="43474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DB7E10-9DCA-46E6-AF35-0DEC12E9EC98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107B553-E0FC-09D8-D059-B7F87DA052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544" y="869784"/>
            <a:ext cx="5028111" cy="5028111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BA2A0A-9BC3-4B9E-93E4-A416F8D93E95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BC47D6-6CDB-0EC7-BA7E-7BDE5C57F75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5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706545C-F379-4254-89DB-67815911527C}"/>
              </a:ext>
            </a:extLst>
          </p:cNvPr>
          <p:cNvSpPr txBox="1"/>
          <p:nvPr userDrawn="1"/>
        </p:nvSpPr>
        <p:spPr>
          <a:xfrm>
            <a:off x="109146" y="6433625"/>
            <a:ext cx="254608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自强不息，厚德载物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4A283B-A7C5-23BE-ACA9-C971DA503B9D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93325" y="137811"/>
            <a:ext cx="1701209" cy="548714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1599363" y="6477007"/>
            <a:ext cx="55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35A5ECB-3606-4A97-BFD1-55C7127585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4" r:id="rId4"/>
    <p:sldLayoutId id="214748365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en.wikipedia.org/wiki/Image:Droste.jpg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337" y="110465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7" y="110465"/>
            <a:ext cx="11809309" cy="5226782"/>
          </a:xfrm>
          <a:prstGeom prst="rect">
            <a:avLst/>
          </a:prstGeom>
          <a:solidFill>
            <a:schemeClr val="accent2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886156" y="4721323"/>
            <a:ext cx="2451398" cy="452970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743200" y="5694633"/>
            <a:ext cx="3021054" cy="691606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694633"/>
            <a:ext cx="3020400" cy="691200"/>
          </a:xfrm>
          <a:prstGeom prst="parallelogram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968031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623172" y="5825643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4778558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年秋季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学期</a:t>
            </a: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>
                <a:solidFill>
                  <a:sysClr val="window" lastClr="FFFFFF"/>
                </a:solidFill>
              </a:rPr>
              <a:t>计算机程序设计基础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3528421"/>
            <a:ext cx="9858345" cy="5909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800"/>
              <a:t>Introduction to Computer Programming</a:t>
            </a:r>
            <a:endParaRPr lang="en-US" altLang="zh-CN" sz="2800" dirty="0"/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6158" y="792175"/>
            <a:ext cx="3664780" cy="118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8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36000">
                      <a:schemeClr val="accent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  <a:tileRect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09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36000">
                    <a:schemeClr val="accent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  <a:tileRect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递归算法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chemeClr val="accent2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25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562644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本章结构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文本占位符 50"/>
          <p:cNvSpPr txBox="1"/>
          <p:nvPr/>
        </p:nvSpPr>
        <p:spPr>
          <a:xfrm>
            <a:off x="2036623" y="2402390"/>
            <a:ext cx="2157426" cy="689689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递归概述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50"/>
          <p:cNvSpPr txBox="1"/>
          <p:nvPr/>
        </p:nvSpPr>
        <p:spPr>
          <a:xfrm>
            <a:off x="4804756" y="4053805"/>
            <a:ext cx="2448070" cy="100033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基于分治策略的递归算法</a:t>
            </a:r>
            <a:endParaRPr lang="zh-CN" altLang="en-US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20298" y="3265478"/>
            <a:ext cx="1819616" cy="1819616"/>
            <a:chOff x="1699695" y="2430291"/>
            <a:chExt cx="1819616" cy="1819616"/>
          </a:xfrm>
        </p:grpSpPr>
        <p:sp>
          <p:nvSpPr>
            <p:cNvPr id="19" name="椭圆 18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98792" y="1980180"/>
            <a:ext cx="1819616" cy="1819616"/>
            <a:chOff x="1699695" y="2430291"/>
            <a:chExt cx="1819616" cy="1819616"/>
          </a:xfrm>
        </p:grpSpPr>
        <p:sp>
          <p:nvSpPr>
            <p:cNvPr id="25" name="椭圆 24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/>
                  <a:ea typeface="微软雅黑 Light" panose="020B0502040204020203" charset="-122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 panose="020B0502040204020203"/>
                <a:ea typeface="微软雅黑 Light" panose="020B0502040204020203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646346" y="3270441"/>
            <a:ext cx="1819616" cy="1819616"/>
            <a:chOff x="1699695" y="2430291"/>
            <a:chExt cx="1819616" cy="1819616"/>
          </a:xfrm>
        </p:grpSpPr>
        <p:sp>
          <p:nvSpPr>
            <p:cNvPr id="28" name="椭圆 27"/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 panose="020B0502040204020203"/>
                  <a:ea typeface="微软雅黑 Light" panose="020B0502040204020203" charset="-122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 panose="020B0502040204020203"/>
                <a:ea typeface="微软雅黑 Light" panose="020B0502040204020203" charset="-122"/>
              </a:endParaRPr>
            </a:p>
          </p:txBody>
        </p:sp>
        <p:sp>
          <p:nvSpPr>
            <p:cNvPr id="29" name="弧形 28"/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 panose="020B0402040204020203"/>
                <a:ea typeface="微软雅黑 Light" panose="020B0502040204020203" charset="-122"/>
              </a:endParaRPr>
            </a:p>
          </p:txBody>
        </p:sp>
      </p:grpSp>
      <p:sp>
        <p:nvSpPr>
          <p:cNvPr id="33" name="文本占位符 50"/>
          <p:cNvSpPr txBox="1"/>
          <p:nvPr/>
        </p:nvSpPr>
        <p:spPr>
          <a:xfrm>
            <a:off x="7433927" y="2177939"/>
            <a:ext cx="2333520" cy="972581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基于回溯策略的递归算法</a:t>
            </a:r>
            <a:endParaRPr lang="zh-CN" altLang="en-US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09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9.1 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递归概述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145022" y="1469964"/>
            <a:ext cx="983609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从前有座山，山上有座庙，庙里有一个老和尚和一个小和尚，老和尚正在给小和尚讲故事。讲的是什么故事呢？他说，从前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……</a:t>
            </a:r>
            <a:endParaRPr kumimoji="1" lang="en-US" altLang="zh-CN" sz="32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11" name="Picture 5" descr="73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677" y="3374967"/>
            <a:ext cx="3359728" cy="265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3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递归的定义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2" name="Picture 3" descr="A visual form of recursion known as the Droste effect.">
            <a:hlinkClick r:id="rId2" tooltip="A visual form of recursion known as the Droste effect.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649" y="1132763"/>
            <a:ext cx="3434139" cy="5138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121179" y="1468886"/>
            <a:ext cx="5828254" cy="429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0850" indent="-450850" eaLnBrk="1" hangingPunct="1">
              <a:spcBef>
                <a:spcPct val="50000"/>
              </a:spcBef>
              <a:buClr>
                <a:schemeClr val="tx1"/>
              </a:buClr>
              <a:buSzPct val="80000"/>
              <a:buFont typeface="Wingdings 2" pitchFamily="18" charset="2"/>
              <a:buChar char="ö"/>
            </a:pPr>
            <a:r>
              <a:rPr lang="en-US" altLang="zh-CN" sz="4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Recursion</a:t>
            </a:r>
          </a:p>
          <a:p>
            <a:pPr marL="1074738" lvl="1" indent="-444500" eaLnBrk="1" hangingPunct="1">
              <a:spcBef>
                <a:spcPct val="50000"/>
              </a:spcBef>
              <a:buClr>
                <a:schemeClr val="tx1"/>
              </a:buClr>
              <a:buSzPct val="80000"/>
              <a:buFont typeface="Wingdings" pitchFamily="2" charset="2"/>
              <a:buNone/>
            </a:pPr>
            <a:r>
              <a:rPr lang="en-US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 </a:t>
            </a:r>
            <a:r>
              <a:rPr lang="zh-CN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See</a:t>
            </a:r>
            <a:r>
              <a:rPr lang="en-US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"</a:t>
            </a:r>
            <a:r>
              <a:rPr lang="zh-CN" altLang="zh-CN" sz="4000" b="1" i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Recursion</a:t>
            </a:r>
            <a:r>
              <a:rPr lang="zh-CN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"</a:t>
            </a:r>
            <a:r>
              <a:rPr lang="en-US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.</a:t>
            </a:r>
            <a:r>
              <a:rPr lang="zh-CN" altLang="zh-CN" sz="40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endParaRPr lang="en-US" altLang="zh-CN" sz="4000" b="1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450850" indent="-450850" eaLnBrk="1" hangingPunct="1">
              <a:spcBef>
                <a:spcPct val="50000"/>
              </a:spcBef>
              <a:buClr>
                <a:schemeClr val="tx1"/>
              </a:buClr>
              <a:buSzPct val="80000"/>
              <a:buFont typeface="Wingdings 2" pitchFamily="18" charset="2"/>
              <a:buChar char="ö"/>
            </a:pPr>
            <a:r>
              <a:rPr lang="en-US" altLang="zh-CN" sz="40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</a:t>
            </a:r>
            <a:r>
              <a:rPr lang="en-US" altLang="zh-CN" sz="4000" b="1" 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 order to understand recursion, one must first understand recursion.</a:t>
            </a:r>
            <a:r>
              <a:rPr lang="en-US" altLang="zh-CN" sz="40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203687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函数的嵌套调用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237564" y="1403869"/>
            <a:ext cx="972692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defTabSz="288925" eaLnBrk="1" hangingPunct="1">
              <a:tabLst>
                <a:tab pos="0" algn="l"/>
              </a:tabLst>
            </a:pP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Python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语言允许嵌套地调用函数，也就是说，在调用</a:t>
            </a:r>
          </a:p>
          <a:p>
            <a:pPr marL="457200" indent="-457200" defTabSz="288925" eaLnBrk="1" hangingPunct="1">
              <a:tabLst>
                <a:tab pos="0" algn="l"/>
              </a:tabLst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一个函数的过程中，又去调用另一个函数。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847898" y="2926728"/>
            <a:ext cx="3327227" cy="22467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main( 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study_english ( 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…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628176" y="2926728"/>
            <a:ext cx="3352800" cy="22467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study_english( 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reading( 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listening( )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writing( )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5" name="Line 7"/>
          <p:cNvSpPr>
            <a:spLocks noChangeShapeType="1"/>
          </p:cNvSpPr>
          <p:nvPr/>
        </p:nvSpPr>
        <p:spPr bwMode="auto">
          <a:xfrm flipV="1">
            <a:off x="4011646" y="3249585"/>
            <a:ext cx="685800" cy="102316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8411844" y="2926728"/>
            <a:ext cx="2785399" cy="224676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listening( 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…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 flipV="1">
            <a:off x="6941127" y="3249585"/>
            <a:ext cx="1470717" cy="102316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 flipH="1" flipV="1">
            <a:off x="6941127" y="4505500"/>
            <a:ext cx="2012435" cy="576349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 flipH="1" flipV="1">
            <a:off x="4011646" y="4380810"/>
            <a:ext cx="1271905" cy="810490"/>
          </a:xfrm>
          <a:prstGeom prst="line">
            <a:avLst/>
          </a:prstGeom>
          <a:noFill/>
          <a:ln w="50800">
            <a:solidFill>
              <a:srgbClr val="FF3300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486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函数的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递归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调用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262508" y="1245922"/>
            <a:ext cx="991811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defTabSz="288925">
              <a:tabLst>
                <a:tab pos="0" algn="l"/>
              </a:tabLst>
            </a:pPr>
            <a:r>
              <a:rPr kumimoji="1" lang="zh-CN" altLang="en-US" sz="3200" b="1">
                <a:ea typeface="宋体" pitchFamily="2" charset="-122"/>
              </a:rPr>
              <a:t>函数的嵌套调用有一个特例，即递归调用，也就是说，</a:t>
            </a:r>
            <a:endParaRPr kumimoji="1" lang="en-US" altLang="zh-CN" sz="3200" b="1">
              <a:ea typeface="宋体" pitchFamily="2" charset="-122"/>
            </a:endParaRPr>
          </a:p>
          <a:p>
            <a:pPr marL="457200" indent="-457200" defTabSz="288925">
              <a:tabLst>
                <a:tab pos="0" algn="l"/>
              </a:tabLst>
            </a:pPr>
            <a:r>
              <a:rPr kumimoji="1" lang="zh-CN" altLang="en-US" sz="3200" b="1">
                <a:ea typeface="宋体" pitchFamily="2" charset="-122"/>
              </a:rPr>
              <a:t>在调用一个函数的过程中，又出现了直接或间接地去</a:t>
            </a:r>
            <a:endParaRPr kumimoji="1" lang="en-US" altLang="zh-CN" sz="3200" b="1">
              <a:ea typeface="宋体" pitchFamily="2" charset="-122"/>
            </a:endParaRPr>
          </a:p>
          <a:p>
            <a:pPr marL="457200" indent="-457200" defTabSz="288925">
              <a:tabLst>
                <a:tab pos="0" algn="l"/>
              </a:tabLst>
            </a:pPr>
            <a:r>
              <a:rPr kumimoji="1" lang="zh-CN" altLang="en-US" sz="3200" b="1">
                <a:ea typeface="宋体" pitchFamily="2" charset="-122"/>
              </a:rPr>
              <a:t>调用该函数本身的情形。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428252" y="3227986"/>
            <a:ext cx="7591425" cy="212365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tell_story( ):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old_monk = 'the old monk'  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young_monk = 'the young monk'</a:t>
            </a:r>
          </a:p>
          <a:p>
            <a:pPr eaLnBrk="1" hangingPunct="1">
              <a:spcBef>
                <a:spcPts val="6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tell_story ( )	   </a:t>
            </a:r>
            <a:r>
              <a:rPr kumimoji="1" lang="en-US" altLang="zh-CN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 tell_story </a:t>
            </a:r>
            <a:r>
              <a:rPr kumimoji="1" lang="zh-CN" altLang="en-US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函数的递归调用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9612998" y="3348636"/>
            <a:ext cx="6969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sz="8000" b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143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 autoUpdateAnimBg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可用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的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递归函数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463040" y="1466405"/>
            <a:ext cx="8961120" cy="437658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 tell_story( ):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global  old_monk,  young_monk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old_monk = old_monk + 1  </a:t>
            </a:r>
            <a:r>
              <a:rPr kumimoji="1" lang="en-US" altLang="zh-CN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 </a:t>
            </a:r>
            <a:r>
              <a:rPr kumimoji="1" lang="zh-CN" altLang="en-US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年龄大了一岁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young_monk = young_monk + 1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if old_monk &lt;= 60:  	   </a:t>
            </a:r>
            <a:r>
              <a:rPr kumimoji="1" lang="en-US" altLang="zh-CN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 </a:t>
            </a:r>
            <a:r>
              <a:rPr kumimoji="1" lang="zh-CN" altLang="en-US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递归形式</a:t>
            </a:r>
            <a:endParaRPr kumimoji="1" lang="en-US" altLang="zh-CN" sz="2800" b="1">
              <a:solidFill>
                <a:srgbClr val="00863A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tell_story( )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else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print("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对不起，已退休！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")   </a:t>
            </a:r>
            <a:r>
              <a:rPr kumimoji="1" lang="en-US" altLang="zh-CN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 </a:t>
            </a:r>
            <a:r>
              <a:rPr kumimoji="1" lang="zh-CN" altLang="en-US" sz="2800" b="1">
                <a:solidFill>
                  <a:srgbClr val="00863A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递归边界</a:t>
            </a:r>
          </a:p>
        </p:txBody>
      </p:sp>
    </p:spTree>
    <p:extLst>
      <p:ext uri="{BB962C8B-B14F-4D97-AF65-F5344CB8AC3E}">
        <p14:creationId xmlns:p14="http://schemas.microsoft.com/office/powerpoint/2010/main" val="2759520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如何编写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递归程序？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1804843" y="1402542"/>
            <a:ext cx="809783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0850" indent="-450850" eaLnBrk="1" hangingPunct="1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在语法上（简单）</a:t>
            </a:r>
          </a:p>
          <a:p>
            <a:pPr marL="1074738" lvl="1" indent="-444500" eaLnBrk="1" hangingPunct="1">
              <a:spcBef>
                <a:spcPct val="50000"/>
              </a:spcBef>
              <a:buClr>
                <a:schemeClr val="tx1"/>
              </a:buClr>
              <a:buSzPct val="80000"/>
              <a:buFont typeface="Wingdings" pitchFamily="2" charset="2"/>
              <a:buChar char="J"/>
            </a:pPr>
            <a:r>
              <a:rPr lang="zh-CN" altLang="en-US" sz="32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rPr>
              <a:t>递归即为普通的函数调用</a:t>
            </a:r>
          </a:p>
          <a:p>
            <a:pPr marL="450850" indent="-450850" eaLnBrk="1" hangingPunct="1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</a:pPr>
            <a:r>
              <a:rPr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在算法上（难）</a:t>
            </a:r>
          </a:p>
          <a:p>
            <a:pPr marL="1074738" lvl="1" indent="-444500" eaLnBrk="1" hangingPunct="1">
              <a:spcBef>
                <a:spcPct val="50000"/>
              </a:spcBef>
              <a:buClr>
                <a:schemeClr val="tx1"/>
              </a:buClr>
              <a:buSzPct val="80000"/>
              <a:buFont typeface="Wingdings" pitchFamily="2" charset="2"/>
              <a:buChar char="J"/>
            </a:pPr>
            <a:r>
              <a:rPr lang="zh-CN" altLang="en-US" sz="32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rPr>
              <a:t>如何找到递归形式？</a:t>
            </a:r>
          </a:p>
          <a:p>
            <a:pPr marL="1074738" lvl="1" indent="-444500" eaLnBrk="1" hangingPunct="1">
              <a:spcBef>
                <a:spcPct val="50000"/>
              </a:spcBef>
              <a:buClr>
                <a:schemeClr val="tx1"/>
              </a:buClr>
              <a:buSzPct val="80000"/>
              <a:buFont typeface="Wingdings" pitchFamily="2" charset="2"/>
              <a:buChar char="J"/>
            </a:pPr>
            <a:r>
              <a:rPr lang="zh-CN" altLang="en-US" sz="3200" b="1">
                <a:solidFill>
                  <a:schemeClr val="tx1"/>
                </a:solidFill>
                <a:latin typeface="Tahoma" pitchFamily="34" charset="0"/>
                <a:ea typeface="楷体_GB2312" pitchFamily="49" charset="-122"/>
              </a:rPr>
              <a:t>如何找到递归边界？</a:t>
            </a:r>
          </a:p>
        </p:txBody>
      </p:sp>
    </p:spTree>
    <p:extLst>
      <p:ext uri="{BB962C8B-B14F-4D97-AF65-F5344CB8AC3E}">
        <p14:creationId xmlns:p14="http://schemas.microsoft.com/office/powerpoint/2010/main" val="84613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6418458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递归算法的类型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374356" y="1873137"/>
            <a:ext cx="729335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76250" indent="-476250" eaLnBrk="1" hangingPunct="1">
              <a:spcBef>
                <a:spcPct val="7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4000" b="1">
                <a:solidFill>
                  <a:schemeClr val="tx1"/>
                </a:solidFill>
                <a:ea typeface="宋体" pitchFamily="2" charset="-122"/>
              </a:rPr>
              <a:t>递归算法可以分为两种类型：</a:t>
            </a:r>
          </a:p>
          <a:p>
            <a:pPr marL="476250" indent="-47625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4000" b="1">
                <a:solidFill>
                  <a:schemeClr val="tx1"/>
                </a:solidFill>
                <a:ea typeface="宋体" pitchFamily="2" charset="-122"/>
              </a:rPr>
              <a:t>基于分治策略的递归算法</a:t>
            </a:r>
          </a:p>
          <a:p>
            <a:pPr marL="476250" indent="-47625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4000" b="1">
                <a:solidFill>
                  <a:schemeClr val="tx1"/>
                </a:solidFill>
                <a:ea typeface="宋体" pitchFamily="2" charset="-122"/>
              </a:rPr>
              <a:t>基于回溯策略的递归算法</a:t>
            </a:r>
          </a:p>
        </p:txBody>
      </p:sp>
    </p:spTree>
    <p:extLst>
      <p:ext uri="{BB962C8B-B14F-4D97-AF65-F5344CB8AC3E}">
        <p14:creationId xmlns:p14="http://schemas.microsoft.com/office/powerpoint/2010/main" val="408148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9.2 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基于分治策略的递归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304067" y="1525386"/>
            <a:ext cx="9460917" cy="390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76250" indent="-476250" eaLnBrk="1" hangingPunct="1">
              <a:spcBef>
                <a:spcPct val="7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分而治之（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divide-and-conquer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）的算法设计</a:t>
            </a:r>
            <a:endParaRPr kumimoji="1" lang="en-US" altLang="zh-CN" sz="3600" b="1">
              <a:solidFill>
                <a:schemeClr val="tx1"/>
              </a:solidFill>
              <a:ea typeface="宋体" charset="-122"/>
            </a:endParaRPr>
          </a:p>
          <a:p>
            <a:pPr marL="476250" indent="-476250" eaLnBrk="1" hangingPunct="1"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思想：</a:t>
            </a:r>
          </a:p>
          <a:p>
            <a:pPr marL="476250" indent="-47625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en-US" altLang="zh-CN" sz="3200" b="1">
                <a:solidFill>
                  <a:schemeClr val="tx1"/>
                </a:solidFill>
                <a:ea typeface="宋体" charset="-122"/>
              </a:rPr>
              <a:t>Divide</a:t>
            </a: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：把问题划分为若干个子问题；</a:t>
            </a:r>
          </a:p>
          <a:p>
            <a:pPr marL="476250" indent="-476250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en-US" altLang="zh-CN" sz="3200" b="1">
                <a:solidFill>
                  <a:schemeClr val="tx1"/>
                </a:solidFill>
                <a:ea typeface="宋体" charset="-122"/>
              </a:rPr>
              <a:t>Conquer</a:t>
            </a: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：以同样的方式分别去处理各个子问题；</a:t>
            </a:r>
          </a:p>
          <a:p>
            <a:pPr marL="476250" indent="-476250" eaLnBrk="1" hangingPunct="1">
              <a:spcBef>
                <a:spcPct val="4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en-US" altLang="zh-CN" sz="3200" b="1">
                <a:solidFill>
                  <a:schemeClr val="tx1"/>
                </a:solidFill>
                <a:ea typeface="宋体" charset="-122"/>
              </a:rPr>
              <a:t>Combine</a:t>
            </a: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：把各个子问题的处理结果综合起来，形成最终的处理结果。</a:t>
            </a:r>
          </a:p>
        </p:txBody>
      </p:sp>
    </p:spTree>
    <p:extLst>
      <p:ext uri="{BB962C8B-B14F-4D97-AF65-F5344CB8AC3E}">
        <p14:creationId xmlns:p14="http://schemas.microsoft.com/office/powerpoint/2010/main" val="154939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玛特露什卡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Picture 3" descr="俄罗斯套娃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7532" y="832301"/>
            <a:ext cx="4833879" cy="5751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3595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递归调用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91" y="2133600"/>
            <a:ext cx="10810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91" y="3581400"/>
            <a:ext cx="10810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004" y="5410200"/>
            <a:ext cx="108108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91" y="304800"/>
            <a:ext cx="10810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004" y="4114800"/>
            <a:ext cx="1589087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091" y="914400"/>
            <a:ext cx="15890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491" y="2133600"/>
            <a:ext cx="196215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674091" y="2882900"/>
            <a:ext cx="120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4000" b="1">
                <a:solidFill>
                  <a:schemeClr val="tx1"/>
                </a:solidFill>
                <a:ea typeface="宋体" charset="-122"/>
              </a:rPr>
              <a:t>……</a:t>
            </a: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V="1">
            <a:off x="3404091" y="2209800"/>
            <a:ext cx="1266825" cy="8286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3307254" y="2036763"/>
            <a:ext cx="1000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调用</a:t>
            </a:r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3392979" y="4052888"/>
            <a:ext cx="1266825" cy="8556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3213591" y="4432300"/>
            <a:ext cx="1000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调用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152179" y="139700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……</a:t>
            </a:r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 flipV="1">
            <a:off x="5931391" y="1047750"/>
            <a:ext cx="1266825" cy="8286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5883766" y="95567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调用</a:t>
            </a: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5967904" y="1944688"/>
            <a:ext cx="1266825" cy="8556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5883766" y="237648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调用</a:t>
            </a:r>
          </a:p>
        </p:txBody>
      </p: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7147416" y="4692650"/>
            <a:ext cx="1098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……</a:t>
            </a:r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 flipV="1">
            <a:off x="5926629" y="4343400"/>
            <a:ext cx="1266825" cy="8286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5883766" y="422275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调用</a:t>
            </a:r>
          </a:p>
        </p:txBody>
      </p:sp>
      <p:sp>
        <p:nvSpPr>
          <p:cNvPr id="30" name="Line 23"/>
          <p:cNvSpPr>
            <a:spLocks noChangeShapeType="1"/>
          </p:cNvSpPr>
          <p:nvPr/>
        </p:nvSpPr>
        <p:spPr bwMode="auto">
          <a:xfrm>
            <a:off x="5963141" y="5240338"/>
            <a:ext cx="1266825" cy="85566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5883766" y="5672138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643867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分治递归的思维方式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345632" y="1479669"/>
            <a:ext cx="9537469" cy="404829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buSzPct val="90000"/>
              <a:buFont typeface="Wingdings 2" pitchFamily="18" charset="2"/>
              <a:buChar char="ö"/>
            </a:pPr>
            <a:r>
              <a:rPr lang="zh-CN" altLang="en-US" sz="4000" b="1">
                <a:latin typeface="宋体" pitchFamily="2" charset="-122"/>
                <a:ea typeface="宋体" pitchFamily="2" charset="-122"/>
              </a:rPr>
              <a:t>如何建立分治递归的思维方式？</a:t>
            </a:r>
            <a:endParaRPr lang="en-US" altLang="zh-CN" sz="4000" b="1">
              <a:latin typeface="宋体" pitchFamily="2" charset="-122"/>
              <a:ea typeface="宋体" pitchFamily="2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基本原则：</a:t>
            </a:r>
            <a:r>
              <a:rPr lang="zh-CN" altLang="en-US" sz="36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目标驱动</a:t>
            </a: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！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  <a:p>
            <a:pPr marL="903600" lvl="1" indent="-446400">
              <a:spcBef>
                <a:spcPts val="1800"/>
              </a:spcBef>
              <a:buSzPct val="90000"/>
              <a:buFont typeface="Wingdings" pitchFamily="2" charset="2"/>
              <a:buChar char="J"/>
            </a:pP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计算</a:t>
            </a:r>
            <a:r>
              <a:rPr lang="en-US" altLang="zh-CN" sz="3600" b="1" i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36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!</a:t>
            </a:r>
            <a:r>
              <a:rPr lang="zh-CN" altLang="en-US" sz="36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3600" b="1" i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3600" b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! = </a:t>
            </a:r>
            <a:r>
              <a:rPr lang="en-US" altLang="zh-CN" sz="3600" b="1" i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3600" b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* (</a:t>
            </a:r>
            <a:r>
              <a:rPr lang="en-US" altLang="zh-CN" sz="3600" b="1" i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3600" b="1">
                <a:solidFill>
                  <a:srgbClr val="FF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-1)!</a:t>
            </a:r>
            <a:r>
              <a:rPr lang="zh-CN" altLang="en-US" sz="3600" b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，且</a:t>
            </a:r>
            <a:r>
              <a:rPr lang="en-US" altLang="zh-CN" sz="3600" b="1">
                <a:solidFill>
                  <a:srgbClr val="00863A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1! = 1</a:t>
            </a:r>
            <a:r>
              <a:rPr lang="zh-CN" altLang="en-US" sz="3600" b="1">
                <a:latin typeface="楷体" pitchFamily="49" charset="-122"/>
                <a:ea typeface="楷体" pitchFamily="49" charset="-122"/>
              </a:rPr>
              <a:t>。</a:t>
            </a:r>
            <a:endParaRPr lang="en-US" altLang="zh-CN" sz="3600" b="1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9" name="Group 3"/>
          <p:cNvGrpSpPr>
            <a:grpSpLocks/>
          </p:cNvGrpSpPr>
          <p:nvPr/>
        </p:nvGrpSpPr>
        <p:grpSpPr bwMode="auto">
          <a:xfrm>
            <a:off x="4571822" y="3714408"/>
            <a:ext cx="4279900" cy="1219200"/>
            <a:chOff x="1864" y="2256"/>
            <a:chExt cx="2696" cy="768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1864" y="2697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20500"/>
                  </a:solidFill>
                  <a:latin typeface="宋体" charset="-122"/>
                  <a:ea typeface="宋体" charset="-122"/>
                </a:rPr>
                <a:t>递归形式</a:t>
              </a: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3544" y="2697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C20500"/>
                  </a:solidFill>
                  <a:latin typeface="宋体" charset="-122"/>
                  <a:ea typeface="宋体" charset="-122"/>
                </a:rPr>
                <a:t>递归边界</a:t>
              </a: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 flipV="1">
              <a:off x="2400" y="2304"/>
              <a:ext cx="96" cy="432"/>
            </a:xfrm>
            <a:prstGeom prst="line">
              <a:avLst/>
            </a:prstGeom>
            <a:noFill/>
            <a:ln w="50800">
              <a:solidFill>
                <a:srgbClr val="C205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 flipV="1">
              <a:off x="4032" y="2256"/>
              <a:ext cx="96" cy="480"/>
            </a:xfrm>
            <a:prstGeom prst="line">
              <a:avLst/>
            </a:prstGeom>
            <a:noFill/>
            <a:ln w="50800">
              <a:solidFill>
                <a:srgbClr val="C20500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125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 noProof="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洋娃娃图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4238549" y="2862262"/>
            <a:ext cx="1347788" cy="765175"/>
            <a:chOff x="1682" y="1651"/>
            <a:chExt cx="849" cy="482"/>
          </a:xfrm>
        </p:grpSpPr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>
              <a:off x="1682" y="1964"/>
              <a:ext cx="849" cy="169"/>
            </a:xfrm>
            <a:prstGeom prst="rightArrow">
              <a:avLst>
                <a:gd name="adj1" fmla="val 50000"/>
                <a:gd name="adj2" fmla="val 125592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700" y="1651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3200" b="1">
                  <a:solidFill>
                    <a:schemeClr val="tx1"/>
                  </a:solidFill>
                  <a:ea typeface="宋体" charset="-122"/>
                </a:rPr>
                <a:t>调用</a:t>
              </a: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7216699" y="2849562"/>
            <a:ext cx="1347788" cy="765175"/>
            <a:chOff x="3509" y="1664"/>
            <a:chExt cx="849" cy="482"/>
          </a:xfrm>
        </p:grpSpPr>
        <p:sp>
          <p:nvSpPr>
            <p:cNvPr id="19" name="AutoShape 18"/>
            <p:cNvSpPr>
              <a:spLocks noChangeArrowheads="1"/>
            </p:cNvSpPr>
            <p:nvPr/>
          </p:nvSpPr>
          <p:spPr bwMode="auto">
            <a:xfrm>
              <a:off x="3509" y="1977"/>
              <a:ext cx="849" cy="169"/>
            </a:xfrm>
            <a:prstGeom prst="rightArrow">
              <a:avLst>
                <a:gd name="adj1" fmla="val 50000"/>
                <a:gd name="adj2" fmla="val 125592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527" y="1664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3200" b="1">
                  <a:solidFill>
                    <a:schemeClr val="tx1"/>
                  </a:solidFill>
                  <a:ea typeface="宋体" charset="-122"/>
                </a:rPr>
                <a:t>调用</a:t>
              </a:r>
            </a:p>
          </p:txBody>
        </p:sp>
      </p:grpSp>
      <p:grpSp>
        <p:nvGrpSpPr>
          <p:cNvPr id="21" name="Group 22"/>
          <p:cNvGrpSpPr>
            <a:grpSpLocks/>
          </p:cNvGrpSpPr>
          <p:nvPr/>
        </p:nvGrpSpPr>
        <p:grpSpPr bwMode="auto">
          <a:xfrm>
            <a:off x="2263699" y="2232024"/>
            <a:ext cx="1962150" cy="2352675"/>
            <a:chOff x="432" y="2790"/>
            <a:chExt cx="1236" cy="1482"/>
          </a:xfrm>
        </p:grpSpPr>
        <p:pic>
          <p:nvPicPr>
            <p:cNvPr id="22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790"/>
              <a:ext cx="1236" cy="1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624" y="3456"/>
              <a:ext cx="92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3600" b="1">
                  <a:solidFill>
                    <a:srgbClr val="C80495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fact(3)</a:t>
              </a:r>
              <a:endParaRPr kumimoji="1" lang="zh-CN" altLang="en-US" sz="3600" b="1">
                <a:solidFill>
                  <a:srgbClr val="C80495"/>
                </a:solidFill>
                <a:latin typeface="Times New Roman" pitchFamily="18" charset="0"/>
                <a:ea typeface="宋体" charset="-122"/>
                <a:cs typeface="Times New Roman" pitchFamily="18" charset="0"/>
              </a:endParaRPr>
            </a:p>
          </p:txBody>
        </p:sp>
      </p:grpSp>
      <p:grpSp>
        <p:nvGrpSpPr>
          <p:cNvPr id="24" name="Group 25"/>
          <p:cNvGrpSpPr>
            <a:grpSpLocks/>
          </p:cNvGrpSpPr>
          <p:nvPr/>
        </p:nvGrpSpPr>
        <p:grpSpPr bwMode="auto">
          <a:xfrm>
            <a:off x="5627614" y="2384424"/>
            <a:ext cx="1589088" cy="1905000"/>
            <a:chOff x="2352" y="576"/>
            <a:chExt cx="1001" cy="1200"/>
          </a:xfrm>
        </p:grpSpPr>
        <p:pic>
          <p:nvPicPr>
            <p:cNvPr id="25" name="Picture 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576"/>
              <a:ext cx="1001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2407" y="1123"/>
              <a:ext cx="92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3600" b="1">
                  <a:solidFill>
                    <a:srgbClr val="C80495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fact(2)</a:t>
              </a:r>
              <a:endParaRPr kumimoji="1" lang="zh-CN" altLang="en-US" sz="3600" b="1">
                <a:solidFill>
                  <a:srgbClr val="C80495"/>
                </a:solidFill>
                <a:latin typeface="Times New Roman" pitchFamily="18" charset="0"/>
                <a:ea typeface="宋体" charset="-122"/>
                <a:cs typeface="Times New Roman" pitchFamily="18" charset="0"/>
              </a:endParaRPr>
            </a:p>
          </p:txBody>
        </p:sp>
      </p:grpSp>
      <p:grpSp>
        <p:nvGrpSpPr>
          <p:cNvPr id="27" name="Group 28"/>
          <p:cNvGrpSpPr>
            <a:grpSpLocks/>
          </p:cNvGrpSpPr>
          <p:nvPr/>
        </p:nvGrpSpPr>
        <p:grpSpPr bwMode="auto">
          <a:xfrm>
            <a:off x="8588299" y="2689224"/>
            <a:ext cx="1081088" cy="1295400"/>
            <a:chOff x="4359" y="912"/>
            <a:chExt cx="681" cy="816"/>
          </a:xfrm>
        </p:grpSpPr>
        <p:pic>
          <p:nvPicPr>
            <p:cNvPr id="28" name="Picture 2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9" y="912"/>
              <a:ext cx="681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4391" y="1248"/>
              <a:ext cx="6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C80495"/>
                  </a:solidFill>
                  <a:latin typeface="Times New Roman" pitchFamily="18" charset="0"/>
                  <a:ea typeface="宋体" charset="-122"/>
                  <a:cs typeface="Times New Roman" pitchFamily="18" charset="0"/>
                </a:rPr>
                <a:t>fact(1)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766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1840912" y="1619635"/>
            <a:ext cx="8359775" cy="413651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def  fact(n):</a:t>
            </a:r>
          </a:p>
          <a:p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if n == 1:</a:t>
            </a:r>
          </a:p>
          <a:p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return(1)</a:t>
            </a:r>
          </a:p>
          <a:p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else:</a:t>
            </a:r>
          </a:p>
          <a:p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return(n * fact(n-1))</a:t>
            </a:r>
          </a:p>
          <a:p>
            <a:pPr eaLnBrk="1" hangingPunct="1">
              <a:spcBef>
                <a:spcPts val="1200"/>
              </a:spcBef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 = int(input())</a:t>
            </a:r>
          </a:p>
          <a:p>
            <a:pPr eaLnBrk="1" hangingPunct="1"/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print("%d! = %d" % (n, fact(n)))</a:t>
            </a:r>
          </a:p>
        </p:txBody>
      </p:sp>
    </p:spTree>
    <p:extLst>
      <p:ext uri="{BB962C8B-B14F-4D97-AF65-F5344CB8AC3E}">
        <p14:creationId xmlns:p14="http://schemas.microsoft.com/office/powerpoint/2010/main" val="3293882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调用和返回的示意图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753424"/>
              </p:ext>
            </p:extLst>
          </p:nvPr>
        </p:nvGraphicFramePr>
        <p:xfrm>
          <a:off x="1699951" y="1072340"/>
          <a:ext cx="8527717" cy="5295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VISIO" r:id="rId3" imgW="6004384" imgH="3718591" progId="Visio.Drawing.6">
                  <p:embed/>
                </p:oleObj>
              </mc:Choice>
              <mc:Fallback>
                <p:oleObj name="VISIO" r:id="rId3" imgW="6004384" imgH="3718591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951" y="1072340"/>
                        <a:ext cx="8527717" cy="5295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7363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、折半查找法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1323099" y="1781693"/>
            <a:ext cx="9641387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问题描述：</a:t>
            </a:r>
          </a:p>
          <a:p>
            <a:pPr defTabSz="850900" eaLnBrk="1" hangingPunct="1">
              <a:spcBef>
                <a:spcPct val="80000"/>
              </a:spcBef>
              <a:buClr>
                <a:srgbClr val="FFFF66"/>
              </a:buClr>
            </a:pPr>
            <a:r>
              <a:rPr kumimoji="1" lang="zh-CN" altLang="en-US" b="1">
                <a:solidFill>
                  <a:schemeClr val="tx1"/>
                </a:solidFill>
                <a:ea typeface="宋体" charset="-122"/>
              </a:rPr>
              <a:t>	</a:t>
            </a: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查找（</a:t>
            </a:r>
            <a:r>
              <a:rPr kumimoji="1" lang="en-US" altLang="zh-CN" sz="3200" b="1">
                <a:solidFill>
                  <a:schemeClr val="tx1"/>
                </a:solidFill>
                <a:ea typeface="宋体" charset="-122"/>
              </a:rPr>
              <a:t>Searching</a:t>
            </a: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）：根据给定的某个值，在一组数据（尤其是一个列表）当中，确定有没有出现相同取值的数据元素。</a:t>
            </a:r>
          </a:p>
          <a:p>
            <a:pPr defTabSz="850900" eaLnBrk="1" hangingPunct="1">
              <a:spcBef>
                <a:spcPct val="80000"/>
              </a:spcBef>
              <a:buClr>
                <a:srgbClr val="FFFF66"/>
              </a:buClr>
            </a:pP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        顺序查找、折半查找。</a:t>
            </a:r>
          </a:p>
        </p:txBody>
      </p:sp>
    </p:spTree>
    <p:extLst>
      <p:ext uri="{BB962C8B-B14F-4D97-AF65-F5344CB8AC3E}">
        <p14:creationId xmlns:p14="http://schemas.microsoft.com/office/powerpoint/2010/main" val="2553559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算法思路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94534" y="1659075"/>
            <a:ext cx="9861665" cy="358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前提：数据是有序排列的；</a:t>
            </a:r>
          </a:p>
          <a:p>
            <a:pPr marL="288925" indent="-288925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基本思路：</a:t>
            </a:r>
          </a:p>
          <a:p>
            <a:pPr marL="850900" lvl="1" indent="-371475" eaLnBrk="1" hangingPunct="1">
              <a:spcBef>
                <a:spcPct val="30000"/>
              </a:spcBef>
              <a:buClr>
                <a:schemeClr val="tx1"/>
              </a:buClr>
              <a:buFont typeface="方正舒体" pitchFamily="2" charset="-122"/>
              <a:buChar char="-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将目标值与数组的中间元素进行比较；</a:t>
            </a:r>
          </a:p>
          <a:p>
            <a:pPr marL="850900" lvl="1" indent="-371475" eaLnBrk="1" hangingPunct="1">
              <a:spcBef>
                <a:spcPct val="30000"/>
              </a:spcBef>
              <a:buClr>
                <a:schemeClr val="tx1"/>
              </a:buClr>
              <a:buFont typeface="方正舒体" pitchFamily="2" charset="-122"/>
              <a:buChar char="-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若相等，查找成功。否则根据比较的结果将查找范围缩小一半，然后重复此过程。</a:t>
            </a:r>
          </a:p>
        </p:txBody>
      </p:sp>
    </p:spTree>
    <p:extLst>
      <p:ext uri="{BB962C8B-B14F-4D97-AF65-F5344CB8AC3E}">
        <p14:creationId xmlns:p14="http://schemas.microsoft.com/office/powerpoint/2010/main" val="337358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main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1438102" y="1711078"/>
            <a:ext cx="9676014" cy="34778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def  main():</a:t>
            </a:r>
          </a:p>
          <a:p>
            <a:pPr>
              <a:spcBef>
                <a:spcPts val="1200"/>
              </a:spcBef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b = [5, 13, 19, 21, 37, 56, 64, 75, 80, 88, 92]</a:t>
            </a:r>
          </a:p>
          <a:p>
            <a:pPr>
              <a:spcBef>
                <a:spcPts val="1200"/>
              </a:spcBef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x = 21</a:t>
            </a:r>
          </a:p>
          <a:p>
            <a:pPr>
              <a:spcBef>
                <a:spcPts val="1200"/>
              </a:spcBef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index = bsearch(b, x, 0, 10)</a:t>
            </a:r>
          </a:p>
          <a:p>
            <a:pPr>
              <a:spcBef>
                <a:spcPts val="1200"/>
              </a:spcBef>
            </a:pP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print("x</a:t>
            </a: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位于列表的第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", index, "</a:t>
            </a:r>
            <a:r>
              <a:rPr kumimoji="1" lang="zh-CN" altLang="en-US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个元素</a:t>
            </a:r>
            <a:r>
              <a:rPr kumimoji="1" lang="en-US" altLang="zh-CN" sz="3600" b="1">
                <a:latin typeface="Times New Roman" pitchFamily="18" charset="0"/>
                <a:ea typeface="宋体" charset="-122"/>
                <a:cs typeface="Times New Roman" pitchFamily="18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865659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问题分析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469274" y="1620983"/>
            <a:ext cx="9478587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函数原型：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bsearch(b, x, L, R)</a:t>
            </a:r>
            <a:b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在列表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b[L] ~ b[R]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中查找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x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，若成功则返回相应下标，若失败则返回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-1</a:t>
            </a:r>
          </a:p>
          <a:p>
            <a:pPr marL="457200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递归的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形式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？</a:t>
            </a:r>
          </a:p>
          <a:p>
            <a:pPr marL="457200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递归的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边界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3883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9" name="Group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96646"/>
              </p:ext>
            </p:extLst>
          </p:nvPr>
        </p:nvGraphicFramePr>
        <p:xfrm>
          <a:off x="1851992" y="1978810"/>
          <a:ext cx="8382000" cy="795337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953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1582117" y="1399372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tx2"/>
                </a:solidFill>
                <a:ea typeface="宋体" charset="-122"/>
              </a:rPr>
              <a:t>b</a:t>
            </a: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2064717" y="1446997"/>
            <a:ext cx="8185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0      1       2       3      4       5      6       7       8      9      10 </a:t>
            </a:r>
          </a:p>
        </p:txBody>
      </p:sp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4403105" y="851138"/>
            <a:ext cx="3108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tx2"/>
                </a:solidFill>
                <a:ea typeface="宋体" charset="-122"/>
              </a:rPr>
              <a:t>n  =  11,   x  =  21</a:t>
            </a:r>
          </a:p>
        </p:txBody>
      </p:sp>
      <p:grpSp>
        <p:nvGrpSpPr>
          <p:cNvPr id="14" name="Group 34"/>
          <p:cNvGrpSpPr>
            <a:grpSpLocks/>
          </p:cNvGrpSpPr>
          <p:nvPr/>
        </p:nvGrpSpPr>
        <p:grpSpPr bwMode="auto">
          <a:xfrm>
            <a:off x="2258392" y="2788435"/>
            <a:ext cx="442913" cy="617537"/>
            <a:chOff x="494" y="1374"/>
            <a:chExt cx="279" cy="389"/>
          </a:xfrm>
        </p:grpSpPr>
        <p:sp>
          <p:nvSpPr>
            <p:cNvPr id="15" name="Line 35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ext Box 36"/>
            <p:cNvSpPr txBox="1">
              <a:spLocks noChangeArrowheads="1"/>
            </p:cNvSpPr>
            <p:nvPr/>
          </p:nvSpPr>
          <p:spPr bwMode="auto">
            <a:xfrm>
              <a:off x="508" y="1436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L</a:t>
              </a:r>
            </a:p>
          </p:txBody>
        </p:sp>
      </p:grpSp>
      <p:grpSp>
        <p:nvGrpSpPr>
          <p:cNvPr id="17" name="Group 37"/>
          <p:cNvGrpSpPr>
            <a:grpSpLocks/>
          </p:cNvGrpSpPr>
          <p:nvPr/>
        </p:nvGrpSpPr>
        <p:grpSpPr bwMode="auto">
          <a:xfrm>
            <a:off x="9826005" y="2797960"/>
            <a:ext cx="463550" cy="617537"/>
            <a:chOff x="494" y="1374"/>
            <a:chExt cx="292" cy="389"/>
          </a:xfrm>
        </p:grpSpPr>
        <p:sp>
          <p:nvSpPr>
            <p:cNvPr id="18" name="Line 38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508" y="143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R</a:t>
              </a:r>
            </a:p>
          </p:txBody>
        </p:sp>
      </p:grpSp>
      <p:grpSp>
        <p:nvGrpSpPr>
          <p:cNvPr id="20" name="Group 40"/>
          <p:cNvGrpSpPr>
            <a:grpSpLocks/>
          </p:cNvGrpSpPr>
          <p:nvPr/>
        </p:nvGrpSpPr>
        <p:grpSpPr bwMode="auto">
          <a:xfrm>
            <a:off x="6039817" y="2797960"/>
            <a:ext cx="800100" cy="617537"/>
            <a:chOff x="494" y="1374"/>
            <a:chExt cx="504" cy="389"/>
          </a:xfrm>
        </p:grpSpPr>
        <p:sp>
          <p:nvSpPr>
            <p:cNvPr id="21" name="Line 41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508" y="1436"/>
              <a:ext cx="4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mid</a:t>
              </a:r>
            </a:p>
          </p:txBody>
        </p:sp>
      </p:grp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6423992" y="3750460"/>
            <a:ext cx="3836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x &lt; b[mid], 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令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R = mid-1</a:t>
            </a:r>
          </a:p>
        </p:txBody>
      </p:sp>
      <p:grpSp>
        <p:nvGrpSpPr>
          <p:cNvPr id="24" name="Group 44"/>
          <p:cNvGrpSpPr>
            <a:grpSpLocks/>
          </p:cNvGrpSpPr>
          <p:nvPr/>
        </p:nvGrpSpPr>
        <p:grpSpPr bwMode="auto">
          <a:xfrm>
            <a:off x="2253630" y="3750460"/>
            <a:ext cx="442912" cy="617537"/>
            <a:chOff x="494" y="1374"/>
            <a:chExt cx="279" cy="389"/>
          </a:xfrm>
        </p:grpSpPr>
        <p:sp>
          <p:nvSpPr>
            <p:cNvPr id="25" name="Line 45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508" y="1436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L</a:t>
              </a:r>
            </a:p>
          </p:txBody>
        </p:sp>
      </p:grpSp>
      <p:grpSp>
        <p:nvGrpSpPr>
          <p:cNvPr id="27" name="Group 47"/>
          <p:cNvGrpSpPr>
            <a:grpSpLocks/>
          </p:cNvGrpSpPr>
          <p:nvPr/>
        </p:nvGrpSpPr>
        <p:grpSpPr bwMode="auto">
          <a:xfrm>
            <a:off x="5292105" y="3750460"/>
            <a:ext cx="463550" cy="617537"/>
            <a:chOff x="494" y="1374"/>
            <a:chExt cx="292" cy="389"/>
          </a:xfrm>
        </p:grpSpPr>
        <p:sp>
          <p:nvSpPr>
            <p:cNvPr id="28" name="Line 48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49"/>
            <p:cNvSpPr txBox="1">
              <a:spLocks noChangeArrowheads="1"/>
            </p:cNvSpPr>
            <p:nvPr/>
          </p:nvSpPr>
          <p:spPr bwMode="auto">
            <a:xfrm>
              <a:off x="508" y="143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R</a:t>
              </a:r>
            </a:p>
          </p:txBody>
        </p:sp>
      </p:grpSp>
      <p:grpSp>
        <p:nvGrpSpPr>
          <p:cNvPr id="30" name="Group 50"/>
          <p:cNvGrpSpPr>
            <a:grpSpLocks/>
          </p:cNvGrpSpPr>
          <p:nvPr/>
        </p:nvGrpSpPr>
        <p:grpSpPr bwMode="auto">
          <a:xfrm>
            <a:off x="3777630" y="3750460"/>
            <a:ext cx="800100" cy="617537"/>
            <a:chOff x="494" y="1374"/>
            <a:chExt cx="504" cy="389"/>
          </a:xfrm>
        </p:grpSpPr>
        <p:sp>
          <p:nvSpPr>
            <p:cNvPr id="31" name="Line 51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Text Box 52"/>
            <p:cNvSpPr txBox="1">
              <a:spLocks noChangeArrowheads="1"/>
            </p:cNvSpPr>
            <p:nvPr/>
          </p:nvSpPr>
          <p:spPr bwMode="auto">
            <a:xfrm>
              <a:off x="508" y="1436"/>
              <a:ext cx="4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mid</a:t>
              </a:r>
            </a:p>
          </p:txBody>
        </p:sp>
      </p:grpSp>
      <p:sp>
        <p:nvSpPr>
          <p:cNvPr id="33" name="Text Box 53"/>
          <p:cNvSpPr txBox="1">
            <a:spLocks noChangeArrowheads="1"/>
          </p:cNvSpPr>
          <p:nvPr/>
        </p:nvSpPr>
        <p:spPr bwMode="auto">
          <a:xfrm>
            <a:off x="6419230" y="4731535"/>
            <a:ext cx="3900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x &gt; b[mid], 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令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L = mid+1</a:t>
            </a:r>
          </a:p>
        </p:txBody>
      </p:sp>
      <p:grpSp>
        <p:nvGrpSpPr>
          <p:cNvPr id="34" name="Group 54"/>
          <p:cNvGrpSpPr>
            <a:grpSpLocks/>
          </p:cNvGrpSpPr>
          <p:nvPr/>
        </p:nvGrpSpPr>
        <p:grpSpPr bwMode="auto">
          <a:xfrm>
            <a:off x="4549155" y="4731535"/>
            <a:ext cx="442912" cy="617537"/>
            <a:chOff x="494" y="1374"/>
            <a:chExt cx="279" cy="389"/>
          </a:xfrm>
        </p:grpSpPr>
        <p:sp>
          <p:nvSpPr>
            <p:cNvPr id="35" name="Line 55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Text Box 56"/>
            <p:cNvSpPr txBox="1">
              <a:spLocks noChangeArrowheads="1"/>
            </p:cNvSpPr>
            <p:nvPr/>
          </p:nvSpPr>
          <p:spPr bwMode="auto">
            <a:xfrm>
              <a:off x="508" y="1436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L</a:t>
              </a:r>
            </a:p>
          </p:txBody>
        </p:sp>
      </p:grpSp>
      <p:grpSp>
        <p:nvGrpSpPr>
          <p:cNvPr id="37" name="Group 57"/>
          <p:cNvGrpSpPr>
            <a:grpSpLocks/>
          </p:cNvGrpSpPr>
          <p:nvPr/>
        </p:nvGrpSpPr>
        <p:grpSpPr bwMode="auto">
          <a:xfrm>
            <a:off x="5287342" y="4731535"/>
            <a:ext cx="463550" cy="617537"/>
            <a:chOff x="494" y="1374"/>
            <a:chExt cx="292" cy="389"/>
          </a:xfrm>
        </p:grpSpPr>
        <p:sp>
          <p:nvSpPr>
            <p:cNvPr id="38" name="Line 58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Text Box 59"/>
            <p:cNvSpPr txBox="1">
              <a:spLocks noChangeArrowheads="1"/>
            </p:cNvSpPr>
            <p:nvPr/>
          </p:nvSpPr>
          <p:spPr bwMode="auto">
            <a:xfrm>
              <a:off x="508" y="1436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R</a:t>
              </a:r>
            </a:p>
          </p:txBody>
        </p:sp>
      </p:grpSp>
      <p:grpSp>
        <p:nvGrpSpPr>
          <p:cNvPr id="40" name="Group 60"/>
          <p:cNvGrpSpPr>
            <a:grpSpLocks/>
          </p:cNvGrpSpPr>
          <p:nvPr/>
        </p:nvGrpSpPr>
        <p:grpSpPr bwMode="auto">
          <a:xfrm>
            <a:off x="4544392" y="5560210"/>
            <a:ext cx="800100" cy="617537"/>
            <a:chOff x="494" y="1374"/>
            <a:chExt cx="504" cy="389"/>
          </a:xfrm>
        </p:grpSpPr>
        <p:sp>
          <p:nvSpPr>
            <p:cNvPr id="41" name="Line 61"/>
            <p:cNvSpPr>
              <a:spLocks noChangeShapeType="1"/>
            </p:cNvSpPr>
            <p:nvPr/>
          </p:nvSpPr>
          <p:spPr bwMode="auto">
            <a:xfrm flipV="1">
              <a:off x="494" y="1374"/>
              <a:ext cx="0" cy="30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Text Box 62"/>
            <p:cNvSpPr txBox="1">
              <a:spLocks noChangeArrowheads="1"/>
            </p:cNvSpPr>
            <p:nvPr/>
          </p:nvSpPr>
          <p:spPr bwMode="auto">
            <a:xfrm>
              <a:off x="508" y="1436"/>
              <a:ext cx="4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ea typeface="宋体" charset="-122"/>
                </a:rPr>
                <a:t>mid</a:t>
              </a:r>
            </a:p>
          </p:txBody>
        </p:sp>
      </p:grpSp>
      <p:sp>
        <p:nvSpPr>
          <p:cNvPr id="43" name="Text Box 63"/>
          <p:cNvSpPr txBox="1">
            <a:spLocks noChangeArrowheads="1"/>
          </p:cNvSpPr>
          <p:nvPr/>
        </p:nvSpPr>
        <p:spPr bwMode="auto">
          <a:xfrm>
            <a:off x="6414467" y="5560210"/>
            <a:ext cx="3582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x == b[mid], 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查找成功</a:t>
            </a:r>
          </a:p>
        </p:txBody>
      </p:sp>
      <p:sp>
        <p:nvSpPr>
          <p:cNvPr id="44" name="Text Box 138"/>
          <p:cNvSpPr txBox="1">
            <a:spLocks noChangeArrowheads="1"/>
          </p:cNvSpPr>
          <p:nvPr/>
        </p:nvSpPr>
        <p:spPr bwMode="auto">
          <a:xfrm>
            <a:off x="2540967" y="5644347"/>
            <a:ext cx="1109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rgbClr val="C80495"/>
                </a:solidFill>
                <a:ea typeface="宋体" charset="-122"/>
              </a:rPr>
              <a:t>20</a:t>
            </a:r>
            <a:r>
              <a:rPr kumimoji="1" lang="zh-CN" altLang="en-US" sz="3600" b="1">
                <a:solidFill>
                  <a:srgbClr val="C80495"/>
                </a:solidFill>
                <a:ea typeface="宋体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49602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33" grpId="0" autoUpdateAnimBg="0"/>
      <p:bldP spid="43" grpId="0" autoUpdateAnimBg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bsearch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64053" y="1235142"/>
            <a:ext cx="8520112" cy="478900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def bsearch(b, x, L, R):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if L &gt; R: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return(-1)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mid = (L + R)//2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if x == b[mid]: 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return mid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elif x &lt; b[mid]: 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return bsearch(b, x, L, mid-1)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else: 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    return bsearch(b, x, mid+1, R)</a:t>
            </a:r>
          </a:p>
        </p:txBody>
      </p:sp>
    </p:spTree>
    <p:extLst>
      <p:ext uri="{BB962C8B-B14F-4D97-AF65-F5344CB8AC3E}">
        <p14:creationId xmlns:p14="http://schemas.microsoft.com/office/powerpoint/2010/main" val="414517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汉诺塔问题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063655" y="1258531"/>
            <a:ext cx="970964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相传在古印度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Bramah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庙中，有位僧人整天把三根柱子上的金盘倒来倒去，原来他是想把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64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个一个比一个小的金盘从一根柱子上移到另一根柱子上去。移动过程中遵守以下规则：每次只允许移动一只盘，且大盘不得落在小盘上（简单吗？若每秒移动一只盘子，需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</a:rPr>
              <a:t>5800</a:t>
            </a:r>
            <a:r>
              <a:rPr kumimoji="1" lang="zh-CN" altLang="en-US" sz="2800" b="1">
                <a:solidFill>
                  <a:srgbClr val="0000FF"/>
                </a:solidFill>
                <a:ea typeface="宋体" charset="-122"/>
              </a:rPr>
              <a:t>亿年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）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229915" y="5951675"/>
            <a:ext cx="8709025" cy="24130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 w="28575">
            <a:solidFill>
              <a:srgbClr val="0000C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654278" y="3697425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8356203" y="3697425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953940" y="3697425"/>
            <a:ext cx="188913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490265" y="5602425"/>
            <a:ext cx="3079750" cy="363538"/>
          </a:xfrm>
          <a:prstGeom prst="rect">
            <a:avLst/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699815" y="5238888"/>
            <a:ext cx="2616200" cy="363537"/>
          </a:xfrm>
          <a:prstGeom prst="rect">
            <a:avLst/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937940" y="4873763"/>
            <a:ext cx="2144713" cy="363537"/>
          </a:xfrm>
          <a:prstGeom prst="rect">
            <a:avLst/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2287190" y="4513400"/>
            <a:ext cx="1465263" cy="363538"/>
          </a:xfrm>
          <a:prstGeom prst="rect">
            <a:avLst/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2487215" y="3600588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5208190" y="3600588"/>
            <a:ext cx="458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7895828" y="3600588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20917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153563" y="920509"/>
            <a:ext cx="966960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怎样编写这种程序？思路上还是先从最简单的情况分析起，搬一搬看，慢慢理出思路。</a:t>
            </a:r>
            <a:endParaRPr kumimoji="1" lang="en-US" altLang="zh-CN" sz="2800" b="1">
              <a:solidFill>
                <a:schemeClr val="tx1"/>
              </a:solidFill>
              <a:ea typeface="黑体" pitchFamily="49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53563" y="1866711"/>
            <a:ext cx="9669608" cy="179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30238" indent="-630238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、在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A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柱上只有一只盘子，假定盘号为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， 这时只需将该盘直接从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A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搬至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C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，记为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FF3300"/>
                </a:solidFill>
                <a:ea typeface="黑体" pitchFamily="49" charset="-122"/>
              </a:rPr>
              <a:t>    </a:t>
            </a:r>
            <a:r>
              <a:rPr kumimoji="1" lang="en-US" altLang="zh-CN" b="1">
                <a:solidFill>
                  <a:srgbClr val="0000C2"/>
                </a:solidFill>
                <a:ea typeface="黑体" pitchFamily="49" charset="-122"/>
              </a:rPr>
              <a:t>move  from  A  to  C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447750" y="3944938"/>
            <a:ext cx="188913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97988" y="6211888"/>
            <a:ext cx="8797925" cy="24130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722013" y="39576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237825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958800" y="3808413"/>
            <a:ext cx="458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7646438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084588" y="39449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9" name="AutoShape 11"/>
          <p:cNvSpPr>
            <a:spLocks noChangeArrowheads="1"/>
          </p:cNvSpPr>
          <p:nvPr/>
        </p:nvSpPr>
        <p:spPr bwMode="auto">
          <a:xfrm>
            <a:off x="1686963" y="5818188"/>
            <a:ext cx="2217737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125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7626E-7 2.59259E-6 C -0.00052 -0.04352 -0.00143 -0.16991 -0.00026 -0.22547 C 0.00182 -0.28403 -0.01263 -0.30926 0.01211 -0.35278 C 0.03684 -0.3963 0.02213 -0.38102 0.08214 -0.38935 L 0.36319 -0.38773 C 0.41955 -0.38773 0.43908 -0.34584 0.43908 -0.29398 L 0.43908 -0.07917 C 0.43843 -0.02871 0.43869 -0.0169 0.43908 -0.00209 " pathEditMode="relative" rAng="0" ptsTypes="fasFfFff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23" y="-19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447750" y="3944938"/>
            <a:ext cx="188913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97988" y="6211888"/>
            <a:ext cx="8797925" cy="24130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722013" y="39576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237825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958800" y="3808413"/>
            <a:ext cx="458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7646438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084588" y="39449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742607" y="1153548"/>
            <a:ext cx="105128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42925" indent="-542925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、在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A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柱上有二只盘子，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为小盘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为大盘。	分三步进行：</a:t>
            </a:r>
          </a:p>
        </p:txBody>
      </p:sp>
      <p:sp>
        <p:nvSpPr>
          <p:cNvPr id="24" name="AutoShape 11"/>
          <p:cNvSpPr>
            <a:spLocks noChangeArrowheads="1"/>
          </p:cNvSpPr>
          <p:nvPr/>
        </p:nvSpPr>
        <p:spPr bwMode="auto">
          <a:xfrm>
            <a:off x="2083462" y="5405609"/>
            <a:ext cx="1511300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1</a:t>
            </a: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2115606" y="1685022"/>
            <a:ext cx="495300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lvl="2" eaLnBrk="1" hangingPunct="1"/>
            <a:r>
              <a:rPr kumimoji="1" lang="en-US" altLang="zh-CN" b="1">
                <a:solidFill>
                  <a:srgbClr val="0000C2"/>
                </a:solidFill>
                <a:ea typeface="黑体" pitchFamily="49" charset="-122"/>
              </a:rPr>
              <a:t>move  from  A  to  B;</a:t>
            </a:r>
          </a:p>
          <a:p>
            <a:pPr lvl="2" eaLnBrk="1" hangingPunct="1"/>
            <a:r>
              <a:rPr kumimoji="1" lang="en-US" altLang="zh-CN" b="1">
                <a:solidFill>
                  <a:srgbClr val="0000C2"/>
                </a:solidFill>
                <a:ea typeface="黑体" pitchFamily="49" charset="-122"/>
              </a:rPr>
              <a:t>move  from  A  to  C;</a:t>
            </a:r>
          </a:p>
          <a:p>
            <a:pPr lvl="2" eaLnBrk="1" hangingPunct="1"/>
            <a:r>
              <a:rPr kumimoji="1" lang="en-US" altLang="zh-CN" b="1">
                <a:solidFill>
                  <a:srgbClr val="0000C2"/>
                </a:solidFill>
                <a:ea typeface="黑体" pitchFamily="49" charset="-122"/>
              </a:rPr>
              <a:t>move  form  B  to  C;</a:t>
            </a:r>
            <a:endParaRPr kumimoji="1" lang="zh-CN" altLang="en-US" b="1">
              <a:solidFill>
                <a:srgbClr val="0000C2"/>
              </a:solidFill>
              <a:ea typeface="黑体" pitchFamily="49" charset="-122"/>
            </a:endParaRPr>
          </a:p>
        </p:txBody>
      </p:sp>
      <p:sp>
        <p:nvSpPr>
          <p:cNvPr id="26" name="AutoShape 10"/>
          <p:cNvSpPr>
            <a:spLocks noChangeArrowheads="1"/>
          </p:cNvSpPr>
          <p:nvPr/>
        </p:nvSpPr>
        <p:spPr bwMode="auto">
          <a:xfrm>
            <a:off x="1691350" y="5804071"/>
            <a:ext cx="2217737" cy="3984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4187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0049E-6 1.11111E-6 C -0.00026 -0.0419 -0.00079 -0.16435 -0.00013 -0.21806 C 0.00078 -0.27477 -0.00599 -0.29884 0.00585 -0.3412 C 0.01783 -0.3831 0.0108 -0.36852 0.03996 -0.37662 L 0.17729 -0.375 C 0.2045 -0.375 0.22325 -0.33796 0.22325 -0.28773 L 0.22207 -0.07639 C 0.22233 -0.02014 0.22194 0.03102 0.22207 0.05833 " pathEditMode="relative" rAng="0" ptsTypes="fasFfFff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7" y="-1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47331E-6 0.00371 C -0.00039 -0.04421 -0.00143 -0.18079 -0.00026 -0.2412 C 0.00195 -0.30486 -0.01237 -0.33194 0.01223 -0.37893 C 0.0371 -0.42546 0.02239 -0.40949 0.08266 -0.41875 L 0.3654 -0.4169 C 0.42228 -0.4169 0.4422 -0.37153 0.4422 -0.31528 L 0.4422 -0.08287 C 0.44142 -0.02824 0.44168 -0.01504 0.4422 0.0007 " pathEditMode="relative" rAng="0" ptsTypes="fasFfFff">
                                      <p:cBhvr>
                                        <p:cTn id="1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92" y="-2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2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208 0.05833 C 0.22572 0.01042 0.2131 -0.17083 0.22091 -0.23565 C 0.22898 -0.3 0.24369 -0.31343 0.27063 -0.32778 L 0.38337 -0.325 C 0.41096 -0.325 0.43648 -0.29051 0.43648 -0.23982 L 0.43648 -0.03079 C 0.43648 0.0169 0.43648 -0.00579 0.43648 0.00694 " pathEditMode="relative" rAng="0" ptsTypes="faFfFff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71" y="-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447750" y="3944938"/>
            <a:ext cx="188913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97988" y="6211888"/>
            <a:ext cx="8797925" cy="24130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722013" y="39576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237825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958800" y="3808413"/>
            <a:ext cx="458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7646438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084588" y="39449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1194276" y="1022588"/>
            <a:ext cx="9653826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30238" indent="-630238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3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、在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A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柱上有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3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只盘子，从小到大分别为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号，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号，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3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号。</a:t>
            </a:r>
            <a:r>
              <a:rPr kumimoji="1" lang="zh-CN" altLang="en-US" b="1">
                <a:solidFill>
                  <a:srgbClr val="0000FF"/>
                </a:solidFill>
                <a:ea typeface="黑体" pitchFamily="49" charset="-122"/>
              </a:rPr>
              <a:t>怎么移？</a:t>
            </a:r>
          </a:p>
        </p:txBody>
      </p:sp>
      <p:sp>
        <p:nvSpPr>
          <p:cNvPr id="21" name="AutoShape 11"/>
          <p:cNvSpPr>
            <a:spLocks noChangeArrowheads="1"/>
          </p:cNvSpPr>
          <p:nvPr/>
        </p:nvSpPr>
        <p:spPr bwMode="auto">
          <a:xfrm>
            <a:off x="1720761" y="5419930"/>
            <a:ext cx="2217738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2</a:t>
            </a:r>
          </a:p>
        </p:txBody>
      </p:sp>
      <p:sp>
        <p:nvSpPr>
          <p:cNvPr id="22" name="AutoShape 12"/>
          <p:cNvSpPr>
            <a:spLocks noChangeArrowheads="1"/>
          </p:cNvSpPr>
          <p:nvPr/>
        </p:nvSpPr>
        <p:spPr bwMode="auto">
          <a:xfrm>
            <a:off x="2109699" y="5021467"/>
            <a:ext cx="1511300" cy="39846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1</a:t>
            </a:r>
          </a:p>
        </p:txBody>
      </p:sp>
      <p:sp>
        <p:nvSpPr>
          <p:cNvPr id="23" name="AutoShape 13"/>
          <p:cNvSpPr>
            <a:spLocks noChangeArrowheads="1"/>
          </p:cNvSpPr>
          <p:nvPr/>
        </p:nvSpPr>
        <p:spPr bwMode="auto">
          <a:xfrm>
            <a:off x="1360399" y="5800930"/>
            <a:ext cx="2952750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3</a:t>
            </a: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899706" y="2106955"/>
            <a:ext cx="1816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FF"/>
                </a:solidFill>
                <a:latin typeface="Tahoma" pitchFamily="34" charset="0"/>
                <a:ea typeface="楷体_GB2312" pitchFamily="49" charset="-122"/>
              </a:rPr>
              <a:t>分七步！</a:t>
            </a:r>
          </a:p>
        </p:txBody>
      </p:sp>
    </p:spTree>
    <p:extLst>
      <p:ext uri="{BB962C8B-B14F-4D97-AF65-F5344CB8AC3E}">
        <p14:creationId xmlns:p14="http://schemas.microsoft.com/office/powerpoint/2010/main" val="223534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0109E-7 4.07407E-6 C -0.00052 -0.04074 -0.00156 -0.15926 -0.00026 -0.21158 C 0.00156 -0.26667 -0.01185 -0.29005 0.01145 -0.33102 C 0.03528 -0.37176 0.02122 -0.35764 0.07889 -0.36551 L 0.34926 -0.36389 C 0.40328 -0.36389 0.43986 -0.32778 0.43986 -0.2794 L 0.43778 -0.07408 C 0.43804 -0.01945 0.43921 0.08773 0.43973 0.11388 " pathEditMode="relative" rAng="0" ptsTypes="fasFfFff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401" y="-12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463 C 0.00052 -0.05092 0.00013 -0.18449 0.00052 -0.24375 C 0.00169 -0.30625 -0.00495 -0.3324 0.0069 -0.37916 C 0.0194 -0.42407 0.01211 -0.40879 0.04244 -0.41805 L 0.1855 -0.4162 C 0.21414 -0.4162 0.22468 -0.37129 0.22468 -0.31643 L 0.21895 -0.08819 C 0.21856 -0.03472 0.21869 0.04213 0.21895 0.05949 " pathEditMode="relative" rAng="0" ptsTypes="fasFfFff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22" y="-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013 0.05787 C 0.22443 0.00394 0.21362 -0.16551 0.2213 -0.22824 C 0.22924 -0.29074 0.23979 -0.30231 0.26764 -0.31713 L 0.38884 -0.31713 C 0.41786 -0.31713 0.44143 -0.26967 0.44143 -0.21088 L 0.44143 0.03241 C 0.44091 0.08403 0.4396 0.08796 0.43921 0.09884 " pathEditMode="relative" rAng="0" ptsTypes="faFfFff">
                                      <p:cBhvr>
                                        <p:cTn id="18" dur="2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739" y="-1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29 0.00208 C -0.00481 -0.04352 -0.00586 -0.17616 -0.00468 -0.23449 C -0.00247 -0.29583 -0.01705 -0.32222 0.00781 -0.36806 C 0.03281 -0.41366 0.01797 -0.39746 0.0785 -0.40648 L 0.36215 -0.40463 C 0.4189 -0.40463 0.43869 -0.36065 0.43869 -0.30625 L 0.43869 -0.08079 C 0.43804 -0.02801 0.4383 -0.01574 0.43869 1.48148E-6 " pathEditMode="relative" rAng="0" ptsTypes="fasFfFff">
                                      <p:cBhvr>
                                        <p:cTn id="2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05" y="-2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0"/>
                            </p:stCondLst>
                            <p:childTnLst>
                              <p:par>
                                <p:cTn id="23" presetID="2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76 0.11343 C -0.00286 0.06435 -0.0151 -0.17708 -0.0065 -0.25463 C 0.00209 -0.33194 0.01706 -0.33542 0.04531 -0.35069 L 0.16285 -0.34722 C 0.19149 -0.34722 0.21792 -0.31157 0.21792 -0.25903 L 0.21792 -0.04167 C 0.21792 0.00764 0.22013 0.04005 0.22013 0.05324 " pathEditMode="relative" rAng="0" ptsTypes="faFfFff">
                                      <p:cBhvr>
                                        <p:cTn id="24" dur="2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22" y="-2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0"/>
                            </p:stCondLst>
                            <p:childTnLst>
                              <p:par>
                                <p:cTn id="26" presetID="2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52 0.04144 C 0.2252 -0.0081 0.20906 -0.29305 0.23588 -0.29305 L 0.26803 -0.3412 L 0.39169 -0.3375 C 0.41864 -0.3375 0.43921 -0.25277 0.43921 -0.20347 L 0.44051 -0.00139 " pathEditMode="relative" rAng="0" ptsTypes="fFAfFf">
                                      <p:cBhvr>
                                        <p:cTn id="2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58" y="-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2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1 0.10185 C -0.01041 0.04931 -0.03996 -0.31157 0.01745 -0.31157 L 0.33533 -0.31643 C 0.39287 -0.31643 0.42346 -0.27384 0.43986 -0.22153 L 0.4331 -0.00208 " pathEditMode="relative" rAng="0" ptsTypes="fFfFf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36" y="-2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2" grpId="3" animBg="1"/>
      <p:bldP spid="23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5447750" y="3944938"/>
            <a:ext cx="188913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997988" y="6211888"/>
            <a:ext cx="8797925" cy="24130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2722013" y="39576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2237825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958800" y="3808413"/>
            <a:ext cx="45878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7646438" y="3808413"/>
            <a:ext cx="4812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084588" y="3944938"/>
            <a:ext cx="188912" cy="2254250"/>
          </a:xfrm>
          <a:prstGeom prst="rect">
            <a:avLst/>
          </a:prstGeom>
          <a:gradFill rotWithShape="1">
            <a:gsLst>
              <a:gs pos="0">
                <a:srgbClr val="0000C2"/>
              </a:gs>
              <a:gs pos="100000">
                <a:srgbClr val="00005A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1709357" y="1098463"/>
            <a:ext cx="8188325" cy="2049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     分三步进行：</a:t>
            </a: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discs   from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to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using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  <a:br>
              <a:rPr kumimoji="1" lang="zh-CN" altLang="en-US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 from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to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kumimoji="1" lang="zh-CN" altLang="en-US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discs   from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 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to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using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 </a:t>
            </a:r>
            <a:r>
              <a:rPr kumimoji="1" lang="zh-CN" altLang="en-US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</p:txBody>
      </p:sp>
      <p:grpSp>
        <p:nvGrpSpPr>
          <p:cNvPr id="24" name="Group 11"/>
          <p:cNvGrpSpPr>
            <a:grpSpLocks/>
          </p:cNvGrpSpPr>
          <p:nvPr/>
        </p:nvGrpSpPr>
        <p:grpSpPr bwMode="auto">
          <a:xfrm>
            <a:off x="1696112" y="5003510"/>
            <a:ext cx="2217738" cy="796925"/>
            <a:chOff x="703" y="3382"/>
            <a:chExt cx="1397" cy="502"/>
          </a:xfrm>
        </p:grpSpPr>
        <p:sp>
          <p:nvSpPr>
            <p:cNvPr id="25" name="AutoShape 12"/>
            <p:cNvSpPr>
              <a:spLocks noChangeArrowheads="1"/>
            </p:cNvSpPr>
            <p:nvPr/>
          </p:nvSpPr>
          <p:spPr bwMode="auto">
            <a:xfrm>
              <a:off x="703" y="3633"/>
              <a:ext cx="1397" cy="25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20500"/>
                </a:gs>
                <a:gs pos="100000">
                  <a:srgbClr val="D49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342900" indent="-342900" algn="ctr" eaLnBrk="1" hangingPunct="1"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ea typeface="黑体" pitchFamily="49" charset="-122"/>
                </a:rPr>
                <a:t>2</a:t>
              </a:r>
            </a:p>
          </p:txBody>
        </p:sp>
        <p:sp>
          <p:nvSpPr>
            <p:cNvPr id="26" name="AutoShape 13"/>
            <p:cNvSpPr>
              <a:spLocks noChangeArrowheads="1"/>
            </p:cNvSpPr>
            <p:nvPr/>
          </p:nvSpPr>
          <p:spPr bwMode="auto">
            <a:xfrm>
              <a:off x="948" y="3382"/>
              <a:ext cx="952" cy="25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20500"/>
                </a:gs>
                <a:gs pos="100000">
                  <a:srgbClr val="D49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342900" indent="-342900" algn="ctr" eaLnBrk="1" hangingPunct="1"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chemeClr val="tx1"/>
                  </a:solidFill>
                  <a:ea typeface="黑体" pitchFamily="49" charset="-122"/>
                </a:rPr>
                <a:t>1</a:t>
              </a:r>
            </a:p>
          </p:txBody>
        </p:sp>
      </p:grpSp>
      <p:sp>
        <p:nvSpPr>
          <p:cNvPr id="28" name="AutoShape 14"/>
          <p:cNvSpPr>
            <a:spLocks noChangeArrowheads="1"/>
          </p:cNvSpPr>
          <p:nvPr/>
        </p:nvSpPr>
        <p:spPr bwMode="auto">
          <a:xfrm>
            <a:off x="1335750" y="5799599"/>
            <a:ext cx="2952750" cy="39846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C20500"/>
              </a:gs>
              <a:gs pos="100000">
                <a:srgbClr val="D49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342900" indent="-342900" algn="ctr"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chemeClr val="tx1"/>
                </a:solidFill>
                <a:ea typeface="黑体" pitchFamily="49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441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69 0.02731 C 0.0052 -0.02778 -0.00912 -0.2081 -0.00066 -0.27107 C 0.00807 -0.33403 0.02069 -0.34352 0.05415 -0.35046 C 0.05415 -0.35023 0.18133 -0.38426 0.20072 -0.31204 C 0.23014 -0.28009 0.2196 -0.19653 0.22351 -0.13125 C 0.22728 -0.06945 0.22429 0.01782 0.22351 0.06157 " pathEditMode="relative" rAng="0" ptsTypes="fafsaf">
                                      <p:cBhvr>
                                        <p:cTn id="6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83" y="-1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2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 0.00092 C -0.00482 -0.04514 -0.00573 -0.17963 -0.00456 -0.23866 C -0.00247 -0.30116 -0.01705 -0.32778 0.00794 -0.37431 C 0.03306 -0.4206 0.01809 -0.40417 0.07888 -0.4132 L 0.36371 -0.41135 C 0.42085 -0.41135 0.43413 -0.35996 0.43413 -0.30463 L 0.44064 -0.0831 C 0.43999 -0.0294 0.43986 -0.0132 0.44012 0.00277 " pathEditMode="relative" rAng="0" ptsTypes="fasFfFff">
                                      <p:cBhvr>
                                        <p:cTn id="9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09" y="-20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0"/>
                            </p:stCondLst>
                            <p:childTnLst>
                              <p:par>
                                <p:cTn id="11" presetID="2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351 0.06157 C 0.22351 0.01458 0.20632 -0.26227 0.23535 -0.26227 L 0.41695 -0.26088 C 0.44637 -0.26088 0.43296 -0.23449 0.43712 -0.18935 L 0.4409 0.00139 " pathEditMode="relative" rAng="0" ptsTypes="fFfFf">
                                      <p:cBhvr>
                                        <p:cTn id="12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84" y="-1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704901" y="1142829"/>
            <a:ext cx="10542219" cy="504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、在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柱上有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个盘子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从小到大分别为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…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第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1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步：将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…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n-1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号盘作为一个整体，</a:t>
            </a:r>
            <a:r>
              <a:rPr kumimoji="1" lang="zh-CN" altLang="en-US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在</a:t>
            </a:r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的帮助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      下，从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移至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第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步：将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号盘从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移至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第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3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步：再将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…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、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n-1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号盘作为一个整体，在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的帮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       助下，从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移至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  <a:p>
            <a:pPr eaLnBrk="1" hangingPunct="1"/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这三步记为：</a:t>
            </a:r>
          </a:p>
          <a:p>
            <a:pPr eaLnBrk="1" hangingPunct="1"/>
            <a:r>
              <a:rPr kumimoji="1" lang="zh-CN" altLang="en-US" sz="28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n-1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discs   from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to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using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  <a:br>
              <a:rPr kumimoji="1" lang="zh-CN" altLang="en-US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discs   from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to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</a:t>
            </a:r>
            <a:r>
              <a:rPr kumimoji="1" lang="zh-CN" altLang="en-US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kumimoji="1" lang="zh-CN" altLang="en-US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n-1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discs   from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B 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to 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   </a:t>
            </a:r>
            <a:r>
              <a:rPr kumimoji="1" lang="en-US" altLang="zh-CN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using </a:t>
            </a:r>
            <a:r>
              <a:rPr kumimoji="1" lang="en-US" altLang="zh-CN" sz="2800" b="1">
                <a:solidFill>
                  <a:srgbClr val="FFFF66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 </a:t>
            </a:r>
            <a:r>
              <a:rPr kumimoji="1" lang="zh-CN" altLang="en-US" sz="2800" b="1">
                <a:solidFill>
                  <a:srgbClr val="0000C2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8756375" y="5170745"/>
            <a:ext cx="197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递归形式！</a:t>
            </a:r>
          </a:p>
        </p:txBody>
      </p:sp>
    </p:spTree>
    <p:extLst>
      <p:ext uri="{BB962C8B-B14F-4D97-AF65-F5344CB8AC3E}">
        <p14:creationId xmlns:p14="http://schemas.microsoft.com/office/powerpoint/2010/main" val="106513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(6)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245877" y="1747234"/>
            <a:ext cx="9764211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宋体" charset="-122"/>
              </a:rPr>
              <a:t>定义函数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</a:rPr>
              <a:t>move(n,  L,  M,  R)  </a:t>
            </a:r>
            <a:r>
              <a:rPr kumimoji="1" lang="en-US" altLang="zh-CN" b="1">
                <a:solidFill>
                  <a:srgbClr val="00863A"/>
                </a:solidFill>
                <a:ea typeface="宋体" charset="-122"/>
              </a:rPr>
              <a:t>#Left post, Middle, Right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宋体" charset="-122"/>
              </a:rPr>
              <a:t>表示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0000C2"/>
                </a:solidFill>
                <a:ea typeface="宋体" charset="-122"/>
              </a:rPr>
              <a:t>move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FF3300"/>
                </a:solidFill>
                <a:ea typeface="宋体" charset="-122"/>
              </a:rPr>
              <a:t>n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0000C2"/>
                </a:solidFill>
                <a:ea typeface="宋体" charset="-122"/>
              </a:rPr>
              <a:t>discs   from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FF3300"/>
                </a:solidFill>
                <a:ea typeface="宋体" charset="-122"/>
              </a:rPr>
              <a:t>L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0000C2"/>
                </a:solidFill>
                <a:ea typeface="宋体" charset="-122"/>
              </a:rPr>
              <a:t>to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FF3300"/>
                </a:solidFill>
                <a:ea typeface="宋体" charset="-122"/>
              </a:rPr>
              <a:t>R   </a:t>
            </a:r>
            <a:r>
              <a:rPr kumimoji="1" lang="en-US" altLang="zh-CN" b="1">
                <a:solidFill>
                  <a:srgbClr val="0000C2"/>
                </a:solidFill>
                <a:ea typeface="宋体" charset="-122"/>
              </a:rPr>
              <a:t>using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FF3300"/>
                </a:solidFill>
                <a:ea typeface="宋体" charset="-122"/>
              </a:rPr>
              <a:t>M</a:t>
            </a:r>
            <a:r>
              <a:rPr kumimoji="1" lang="zh-CN" altLang="en-US" b="1">
                <a:solidFill>
                  <a:srgbClr val="0000C2"/>
                </a:solidFill>
                <a:ea typeface="宋体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宋体" charset="-122"/>
              </a:rPr>
              <a:t>如果 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</a:rPr>
              <a:t>n = 1</a:t>
            </a:r>
            <a:r>
              <a:rPr kumimoji="1" lang="zh-CN" altLang="en-US" b="1">
                <a:solidFill>
                  <a:schemeClr val="tx1"/>
                </a:solidFill>
                <a:ea typeface="宋体" charset="-122"/>
              </a:rPr>
              <a:t>，即表示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0000C2"/>
                </a:solidFill>
                <a:ea typeface="宋体" charset="-122"/>
              </a:rPr>
              <a:t>move   from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FF3300"/>
                </a:solidFill>
                <a:ea typeface="宋体" charset="-122"/>
              </a:rPr>
              <a:t>L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0000C2"/>
                </a:solidFill>
                <a:ea typeface="宋体" charset="-122"/>
              </a:rPr>
              <a:t>to</a:t>
            </a:r>
            <a:r>
              <a:rPr kumimoji="1" lang="en-US" altLang="zh-CN" b="1">
                <a:solidFill>
                  <a:srgbClr val="FFFF66"/>
                </a:solidFill>
                <a:ea typeface="宋体" charset="-122"/>
              </a:rPr>
              <a:t>   </a:t>
            </a:r>
            <a:r>
              <a:rPr kumimoji="1" lang="en-US" altLang="zh-CN" b="1">
                <a:solidFill>
                  <a:srgbClr val="FF3300"/>
                </a:solidFill>
                <a:ea typeface="宋体" charset="-122"/>
              </a:rPr>
              <a:t>R</a:t>
            </a:r>
            <a:r>
              <a:rPr kumimoji="1" lang="zh-CN" altLang="en-US" b="1">
                <a:solidFill>
                  <a:srgbClr val="0000C2"/>
                </a:solidFill>
                <a:ea typeface="宋体" charset="-122"/>
              </a:rPr>
              <a:t>；</a:t>
            </a:r>
          </a:p>
        </p:txBody>
      </p:sp>
      <p:grpSp>
        <p:nvGrpSpPr>
          <p:cNvPr id="11" name="Group 3"/>
          <p:cNvGrpSpPr>
            <a:grpSpLocks/>
          </p:cNvGrpSpPr>
          <p:nvPr/>
        </p:nvGrpSpPr>
        <p:grpSpPr bwMode="auto">
          <a:xfrm>
            <a:off x="6017816" y="4754710"/>
            <a:ext cx="3194050" cy="519112"/>
            <a:chOff x="3465" y="2474"/>
            <a:chExt cx="2012" cy="327"/>
          </a:xfrm>
        </p:grpSpPr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4011" y="2474"/>
              <a:ext cx="14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rgbClr val="0000FF"/>
                  </a:solidFill>
                  <a:ea typeface="宋体" charset="-122"/>
                </a:rPr>
                <a:t>移动的是谁？</a:t>
              </a:r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>
              <a:off x="3465" y="2633"/>
              <a:ext cx="54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385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1477442" y="1272169"/>
            <a:ext cx="9537959" cy="483209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main( ):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n = int(input("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请输入一个整数：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"))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move(n,  'A',  'B',  'C')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def  move(n,  L,  M,  R):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if n  ==  1: 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print("move #1 from %s to %s" %  (L,  R))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else: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move(n-1,  L,  R,  M)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print("move #%d from %s to %s" % (n,  L,  R))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move(n-1,  M,  L,  R)</a:t>
            </a:r>
          </a:p>
          <a:p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203689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一次运行结果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446664" y="1517217"/>
            <a:ext cx="6503988" cy="4344987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10000"/>
              </a:spcBef>
            </a:pPr>
            <a:r>
              <a:rPr kumimoji="1" lang="zh-CN" altLang="en-US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请输入一个整数：</a:t>
            </a: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3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#1  from  A  to  C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#2  from  A  to  B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#1  from  C  to  B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#3  from  A  to  C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#1  from  B  to  A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#2  from  B  to  C</a:t>
            </a:r>
          </a:p>
          <a:p>
            <a:pPr marL="457200" indent="-457200" eaLnBrk="1" hangingPunct="1">
              <a:spcBef>
                <a:spcPct val="10000"/>
              </a:spcBef>
            </a:pPr>
            <a:r>
              <a:rPr kumimoji="1" lang="en-US" altLang="zh-CN" sz="32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move  #1  from  A  to  C</a:t>
            </a:r>
          </a:p>
        </p:txBody>
      </p:sp>
    </p:spTree>
    <p:extLst>
      <p:ext uri="{BB962C8B-B14F-4D97-AF65-F5344CB8AC3E}">
        <p14:creationId xmlns:p14="http://schemas.microsoft.com/office/powerpoint/2010/main" val="213467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、青蛙过河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1070660" y="1324503"/>
            <a:ext cx="10043455" cy="4893647"/>
          </a:xfrm>
          <a:prstGeom prst="rect">
            <a:avLst/>
          </a:prstGeom>
          <a:noFill/>
          <a:ln w="12700" cap="sq">
            <a:solidFill>
              <a:srgbClr val="CC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        一条小溪尺寸不大，青蛙可以从左岸跳到右岸，在左岸有一石柱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L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，面积只容得下一只青蛙落脚，同样右岸也有一石柱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R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，面积也只容得下一只青蛙落脚。有一队青蛙从尺寸上一个比一个小。我们将青蛙从小到大，用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2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…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n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编号。规定初始时这队青蛙只能趴在左岸的石头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L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上，按编号一个落一个，小的落在大的上面。不允许大的在小的上面。在小溪中有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S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根石柱，有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y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片荷叶，规定溪中的柱子上允许一只青蛙落脚，如有多只同样要求按编号一个落一个，大的在下，小的在上，而且必须编号相邻。对于荷叶只允许一只青蛙落脚，不允许多只在其上。对于右岸的石柱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R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，与左岸的石柱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L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一样允许多个青蛙落脚，但须一个落一个，小的在上，大的在下，且编号相邻。当青蛙从左岸的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L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上跳走后就不允许再跳回来；同样，从左岸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L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上跳至右岸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R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，或从溪中荷叶或溪中石柱跳至右岸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R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上的青蛙也不允许再离开。问在已知溪中有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S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根石柱和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y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片荷叶的情况下，最多能跳过多少只青蛙？</a:t>
            </a:r>
          </a:p>
        </p:txBody>
      </p:sp>
    </p:spTree>
    <p:extLst>
      <p:ext uri="{BB962C8B-B14F-4D97-AF65-F5344CB8AC3E}">
        <p14:creationId xmlns:p14="http://schemas.microsoft.com/office/powerpoint/2010/main" val="2874659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01383" y="1271394"/>
            <a:ext cx="9496857" cy="478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		这题看起来较难，但是如果我们认真分析，理出思路，就可化难为易。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、简化问题，探索规律。先从个别再到一般，要善于对多个因素作分解，孤立出一个一个因素来分析，化难为易。</a:t>
            </a:r>
          </a:p>
          <a:p>
            <a:pPr eaLnBrk="1" hangingPunct="1">
              <a:spcBef>
                <a:spcPct val="9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2.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定义函数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Jump ( S, y ) ——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最多可跳过河的青蛙数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其中：	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 ——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河中柱子数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       	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y ——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荷叶数</a:t>
            </a:r>
          </a:p>
        </p:txBody>
      </p:sp>
    </p:spTree>
    <p:extLst>
      <p:ext uri="{BB962C8B-B14F-4D97-AF65-F5344CB8AC3E}">
        <p14:creationId xmlns:p14="http://schemas.microsoft.com/office/powerpoint/2010/main" val="2919262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130552" y="1360551"/>
            <a:ext cx="9659367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kumimoji="1" lang="zh-CN" altLang="en-US" sz="2800" b="1">
              <a:solidFill>
                <a:schemeClr val="tx1"/>
              </a:solidFill>
              <a:ea typeface="黑体" pitchFamily="49" charset="-122"/>
            </a:endParaRPr>
          </a:p>
          <a:p>
            <a:pPr eaLnBrk="1" hangingPunct="1"/>
            <a:endParaRPr kumimoji="1" lang="zh-CN" altLang="en-US" sz="2800" b="1">
              <a:solidFill>
                <a:schemeClr val="tx1"/>
              </a:solidFill>
              <a:ea typeface="黑体" pitchFamily="49" charset="-122"/>
            </a:endParaRPr>
          </a:p>
          <a:p>
            <a:pPr eaLnBrk="1" hangingPunct="1">
              <a:spcAft>
                <a:spcPts val="1200"/>
              </a:spcAft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					            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2</a:t>
            </a:r>
          </a:p>
          <a:p>
            <a:pPr eaLnBrk="1" hangingPunct="1"/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说明：河中有一片荷叶，可以过两只青蛙，起始时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L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上有两只青蛙，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1#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在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2#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上面。</a:t>
            </a:r>
          </a:p>
          <a:p>
            <a:pPr eaLnBrk="1" hangingPunct="1"/>
            <a:endParaRPr kumimoji="1" lang="zh-CN" altLang="en-US" sz="2800" b="1">
              <a:solidFill>
                <a:schemeClr val="tx1"/>
              </a:solidFill>
              <a:ea typeface="黑体" pitchFamily="49" charset="-122"/>
            </a:endParaRPr>
          </a:p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第一步：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1# 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跳到荷叶上；</a:t>
            </a:r>
          </a:p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第二步：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2# 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从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L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直接跳至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R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上；</a:t>
            </a:r>
          </a:p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第三步：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1# 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再从荷叶跳至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R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上。</a:t>
            </a:r>
          </a:p>
          <a:p>
            <a:pPr eaLnBrk="1" hangingPunct="1"/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   如下图：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181814" y="1302360"/>
            <a:ext cx="759142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3.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先看简单情况，河中无柱子：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S = 0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，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	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Jump ( 0 , y )</a:t>
            </a:r>
            <a:b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当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y = 1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时，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Jump ( 0 , 1 ) =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5423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示意图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椭圆 5"/>
          <p:cNvSpPr>
            <a:spLocks noChangeArrowheads="1"/>
          </p:cNvSpPr>
          <p:nvPr/>
        </p:nvSpPr>
        <p:spPr bwMode="auto">
          <a:xfrm>
            <a:off x="2317751" y="3199479"/>
            <a:ext cx="1143000" cy="1066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3" name="TextBox 6"/>
          <p:cNvSpPr txBox="1">
            <a:spLocks noChangeArrowheads="1"/>
          </p:cNvSpPr>
          <p:nvPr/>
        </p:nvSpPr>
        <p:spPr bwMode="auto">
          <a:xfrm>
            <a:off x="1389063" y="3415379"/>
            <a:ext cx="10048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   L</a:t>
            </a:r>
          </a:p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左岸</a:t>
            </a:r>
          </a:p>
        </p:txBody>
      </p:sp>
      <p:sp>
        <p:nvSpPr>
          <p:cNvPr id="14" name="椭圆 7"/>
          <p:cNvSpPr>
            <a:spLocks noChangeArrowheads="1"/>
          </p:cNvSpPr>
          <p:nvPr/>
        </p:nvSpPr>
        <p:spPr bwMode="auto">
          <a:xfrm>
            <a:off x="8302503" y="3197891"/>
            <a:ext cx="1143000" cy="1066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9369303" y="3415379"/>
            <a:ext cx="100806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   R</a:t>
            </a:r>
          </a:p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右岸</a:t>
            </a: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51" y="2131091"/>
            <a:ext cx="760412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7" name="云形标注 10"/>
          <p:cNvSpPr>
            <a:spLocks noChangeArrowheads="1"/>
          </p:cNvSpPr>
          <p:nvPr/>
        </p:nvSpPr>
        <p:spPr bwMode="auto">
          <a:xfrm>
            <a:off x="4737714" y="3197891"/>
            <a:ext cx="2286000" cy="1143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cxnSp>
        <p:nvCxnSpPr>
          <p:cNvPr id="18" name="直接连接符 12"/>
          <p:cNvCxnSpPr>
            <a:cxnSpLocks noChangeShapeType="1"/>
          </p:cNvCxnSpPr>
          <p:nvPr/>
        </p:nvCxnSpPr>
        <p:spPr bwMode="auto">
          <a:xfrm rot="16200000" flipH="1">
            <a:off x="1579563" y="3540791"/>
            <a:ext cx="4876800" cy="381000"/>
          </a:xfrm>
          <a:prstGeom prst="line">
            <a:avLst/>
          </a:prstGeom>
          <a:noFill/>
          <a:ln w="63500" algn="ctr">
            <a:solidFill>
              <a:srgbClr val="C8049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6"/>
          <p:cNvCxnSpPr>
            <a:cxnSpLocks noChangeShapeType="1"/>
          </p:cNvCxnSpPr>
          <p:nvPr/>
        </p:nvCxnSpPr>
        <p:spPr bwMode="auto">
          <a:xfrm rot="16200000" flipH="1">
            <a:off x="5180370" y="3616991"/>
            <a:ext cx="4876800" cy="381000"/>
          </a:xfrm>
          <a:prstGeom prst="line">
            <a:avLst/>
          </a:prstGeom>
          <a:noFill/>
          <a:ln w="63500" algn="ctr">
            <a:solidFill>
              <a:srgbClr val="C8049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1" y="1370679"/>
            <a:ext cx="4556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57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7131E-6 4.44444E-6 L 0.25527 0.1675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57" y="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0857E-6 -0.00115 C 0.01953 -0.01412 0.07485 -0.05648 0.11911 -0.07615 C 0.16298 -0.09583 0.21453 -0.11504 0.26517 -0.11944 C 0.31607 -0.12337 0.38584 -0.12037 0.42385 -0.10185 C 0.46173 -0.08356 0.47905 -0.028 0.49402 -0.00856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94" y="-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527 0.16759 L 0.49584 0.0090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28" y="-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9" name="Group 3"/>
          <p:cNvGrpSpPr>
            <a:grpSpLocks/>
          </p:cNvGrpSpPr>
          <p:nvPr/>
        </p:nvGrpSpPr>
        <p:grpSpPr bwMode="auto">
          <a:xfrm>
            <a:off x="974004" y="975628"/>
            <a:ext cx="9786987" cy="5451475"/>
            <a:chOff x="90" y="646"/>
            <a:chExt cx="6165" cy="3434"/>
          </a:xfrm>
        </p:grpSpPr>
        <p:sp>
          <p:nvSpPr>
            <p:cNvPr id="13" name="Text Box 4"/>
            <p:cNvSpPr txBox="1">
              <a:spLocks noChangeArrowheads="1"/>
            </p:cNvSpPr>
            <p:nvPr/>
          </p:nvSpPr>
          <p:spPr bwMode="auto">
            <a:xfrm>
              <a:off x="90" y="646"/>
              <a:ext cx="5329" cy="23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kumimoji="1" lang="zh-CN" altLang="en-US" sz="2400" b="1">
                <a:solidFill>
                  <a:schemeClr val="tx1"/>
                </a:solidFill>
                <a:ea typeface="黑体" pitchFamily="49" charset="-122"/>
              </a:endParaRP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				</a:t>
              </a:r>
              <a:r>
                <a:rPr kumimoji="1" lang="en-US" altLang="zh-CN" sz="2800" b="1">
                  <a:solidFill>
                    <a:schemeClr val="tx1"/>
                  </a:solidFill>
                  <a:ea typeface="黑体" pitchFamily="49" charset="-122"/>
                </a:rPr>
                <a:t>3</a:t>
              </a:r>
            </a:p>
            <a:p>
              <a:pPr eaLnBrk="1" hangingPunct="1"/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   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说明：河中有两片荷叶时，可以过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3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只青蛙。起始时：</a:t>
              </a: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   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1#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，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2#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，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3#  3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只青蛙落在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上，</a:t>
              </a: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    第一步：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1#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从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跳至叶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1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上，</a:t>
              </a: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    第二步：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2#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从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跳至叶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2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上，</a:t>
              </a: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    第三步：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3#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从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直接跳至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R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上，</a:t>
              </a: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    第四步：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2#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从叶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2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跳至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R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上，</a:t>
              </a:r>
            </a:p>
            <a:p>
              <a:pPr eaLnBrk="1" hangingPunct="1"/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    第五步：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1#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从叶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1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跳至 </a:t>
              </a:r>
              <a:r>
                <a:rPr kumimoji="1" lang="en-US" altLang="zh-CN" sz="2400" b="1">
                  <a:solidFill>
                    <a:schemeClr val="tx1"/>
                  </a:solidFill>
                  <a:ea typeface="黑体" pitchFamily="49" charset="-122"/>
                </a:rPr>
                <a:t>R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上，</a:t>
              </a:r>
            </a:p>
            <a:p>
              <a:pPr eaLnBrk="1" hangingPunct="1"/>
              <a:endParaRPr kumimoji="1" lang="zh-CN" altLang="en-US" sz="2400" b="1">
                <a:solidFill>
                  <a:schemeClr val="tx1"/>
                </a:solidFill>
                <a:ea typeface="黑体" pitchFamily="49" charset="-122"/>
              </a:endParaRPr>
            </a:p>
          </p:txBody>
        </p:sp>
        <p:graphicFrame>
          <p:nvGraphicFramePr>
            <p:cNvPr id="1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5177160"/>
                </p:ext>
              </p:extLst>
            </p:nvPr>
          </p:nvGraphicFramePr>
          <p:xfrm>
            <a:off x="3159" y="1812"/>
            <a:ext cx="3096" cy="2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7" name="VISIO" r:id="rId3" imgW="4937971" imgH="3611691" progId="Visio.Drawing.6">
                    <p:embed/>
                  </p:oleObj>
                </mc:Choice>
                <mc:Fallback>
                  <p:oleObj name="VISIO" r:id="rId3" imgW="4937971" imgH="3611691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1812"/>
                          <a:ext cx="3096" cy="2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050204" y="4078440"/>
            <a:ext cx="489743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2400" b="1">
              <a:solidFill>
                <a:schemeClr val="tx1"/>
              </a:solidFill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采用归纳法：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Jump ( 0 , y ) = </a:t>
            </a:r>
          </a:p>
          <a:p>
            <a:pPr eaLnBrk="1" hangingPunct="1"/>
            <a:endParaRPr kumimoji="1" lang="zh-CN" altLang="en-US" sz="2400" b="1">
              <a:solidFill>
                <a:schemeClr val="tx1"/>
              </a:solidFill>
              <a:ea typeface="黑体" pitchFamily="49" charset="-122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551512" y="961527"/>
            <a:ext cx="4572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ea typeface="宋体" charset="-122"/>
              </a:rPr>
              <a:t>当 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 = 2 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</a:rPr>
              <a:t>时，</a:t>
            </a:r>
            <a:br>
              <a:rPr kumimoji="1" lang="zh-CN" altLang="en-US" sz="2400" b="1">
                <a:solidFill>
                  <a:schemeClr val="tx1"/>
                </a:solidFill>
                <a:ea typeface="宋体" charset="-122"/>
              </a:rPr>
            </a:br>
            <a:r>
              <a:rPr kumimoji="1" lang="zh-CN" altLang="en-US" sz="2400" b="1">
                <a:solidFill>
                  <a:schemeClr val="tx1"/>
                </a:solidFill>
                <a:ea typeface="宋体" charset="-122"/>
              </a:rPr>
              <a:t>    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Jump ( 0 , 2 ) =    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</a:rPr>
              <a:t>；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1051792" y="3990667"/>
            <a:ext cx="4897437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2400" b="1">
              <a:solidFill>
                <a:schemeClr val="tx1"/>
              </a:solidFill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                                                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y+1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    意思是：在河中没有石柱的情况下，过河的青蛙数仅取决于荷叶数，数目是荷叶数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+1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9228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783147" y="1021101"/>
            <a:ext cx="8459788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再看</a:t>
            </a:r>
            <a:r>
              <a:rPr kumimoji="1" lang="en-US" altLang="zh-CN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Jump( S, y )</a:t>
            </a:r>
            <a:br>
              <a:rPr kumimoji="1" lang="en-US" altLang="zh-CN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先看一个最简单情况： 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S = 1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400" b="1">
                <a:solidFill>
                  <a:schemeClr val="tx1"/>
                </a:solidFill>
                <a:ea typeface="黑体" pitchFamily="49" charset="-122"/>
              </a:rPr>
              <a:t>y = 1 </a:t>
            </a:r>
            <a:r>
              <a:rPr kumimoji="1" lang="zh-CN" altLang="en-US" sz="2400" b="1">
                <a:solidFill>
                  <a:schemeClr val="tx1"/>
                </a:solidFill>
                <a:ea typeface="黑体" pitchFamily="49" charset="-122"/>
              </a:rPr>
              <a:t>。</a:t>
            </a:r>
            <a:endParaRPr kumimoji="1" lang="zh-CN" altLang="en-US" sz="2400" b="1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从图上看出需要   步，跳过   只青蛙。</a:t>
            </a:r>
            <a:br>
              <a: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endParaRPr kumimoji="1" lang="zh-CN" altLang="en-US" sz="2400" b="1">
              <a:solidFill>
                <a:schemeClr val="tx1"/>
              </a:solidFill>
              <a:ea typeface="黑体" pitchFamily="49" charset="-122"/>
            </a:endParaRPr>
          </a:p>
        </p:txBody>
      </p:sp>
      <p:grpSp>
        <p:nvGrpSpPr>
          <p:cNvPr id="19" name="Group 4"/>
          <p:cNvGrpSpPr>
            <a:grpSpLocks/>
          </p:cNvGrpSpPr>
          <p:nvPr/>
        </p:nvGrpSpPr>
        <p:grpSpPr bwMode="auto">
          <a:xfrm>
            <a:off x="730778" y="1028663"/>
            <a:ext cx="10683995" cy="5491163"/>
            <a:chOff x="189" y="401"/>
            <a:chExt cx="6730" cy="3459"/>
          </a:xfrm>
        </p:grpSpPr>
        <p:graphicFrame>
          <p:nvGraphicFramePr>
            <p:cNvPr id="2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920551"/>
                </p:ext>
              </p:extLst>
            </p:nvPr>
          </p:nvGraphicFramePr>
          <p:xfrm>
            <a:off x="3319" y="1020"/>
            <a:ext cx="3600" cy="2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VISIO" r:id="rId3" imgW="5021695" imgH="3954874" progId="Visio.Drawing.6">
                    <p:embed/>
                  </p:oleObj>
                </mc:Choice>
                <mc:Fallback>
                  <p:oleObj name="VISIO" r:id="rId3" imgW="5021695" imgH="3954874" progId="Visio.Drawing.6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9" y="1020"/>
                          <a:ext cx="3600" cy="28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189" y="401"/>
              <a:ext cx="5329" cy="3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endParaRPr kumimoji="1" lang="zh-CN" altLang="en-US"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              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9          4   </a:t>
              </a:r>
              <a:b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endParaRPr kumimoji="1" lang="en-US" altLang="zh-CN" sz="2400" b="1">
                <a:solidFill>
                  <a:schemeClr val="tx1"/>
                </a:solidFill>
                <a:ea typeface="黑体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	1#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Y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2#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S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1#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Y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S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3#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Y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4#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L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R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3#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Y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R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1#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S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Y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2#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S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R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  <a:b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1#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青蛙从 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Y 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R</a:t>
              </a:r>
              <a:r>
                <a:rPr kumimoji="1" lang="zh-CN" altLang="en-US" sz="24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795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示意图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椭圆 5"/>
          <p:cNvSpPr>
            <a:spLocks noChangeArrowheads="1"/>
          </p:cNvSpPr>
          <p:nvPr/>
        </p:nvSpPr>
        <p:spPr bwMode="auto">
          <a:xfrm>
            <a:off x="1917920" y="3546970"/>
            <a:ext cx="1143000" cy="1066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989232" y="3762870"/>
            <a:ext cx="10048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   L</a:t>
            </a:r>
          </a:p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左岸</a:t>
            </a:r>
          </a:p>
        </p:txBody>
      </p:sp>
      <p:sp>
        <p:nvSpPr>
          <p:cNvPr id="23" name="椭圆 7"/>
          <p:cNvSpPr>
            <a:spLocks noChangeArrowheads="1"/>
          </p:cNvSpPr>
          <p:nvPr/>
        </p:nvSpPr>
        <p:spPr bwMode="auto">
          <a:xfrm>
            <a:off x="8958423" y="3545382"/>
            <a:ext cx="1143000" cy="1066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9858963" y="3762870"/>
            <a:ext cx="100860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   R</a:t>
            </a:r>
          </a:p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右岸</a:t>
            </a:r>
          </a:p>
        </p:txBody>
      </p:sp>
      <p:sp>
        <p:nvSpPr>
          <p:cNvPr id="25" name="云形标注 9"/>
          <p:cNvSpPr>
            <a:spLocks noChangeArrowheads="1"/>
          </p:cNvSpPr>
          <p:nvPr/>
        </p:nvSpPr>
        <p:spPr bwMode="auto">
          <a:xfrm>
            <a:off x="4926723" y="3011982"/>
            <a:ext cx="2286000" cy="114300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Y</a:t>
            </a:r>
            <a:endParaRPr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cxnSp>
        <p:nvCxnSpPr>
          <p:cNvPr id="26" name="直接连接符 10"/>
          <p:cNvCxnSpPr>
            <a:cxnSpLocks noChangeShapeType="1"/>
          </p:cNvCxnSpPr>
          <p:nvPr/>
        </p:nvCxnSpPr>
        <p:spPr bwMode="auto">
          <a:xfrm rot="16200000" flipH="1">
            <a:off x="1387557" y="3863343"/>
            <a:ext cx="4876800" cy="381000"/>
          </a:xfrm>
          <a:prstGeom prst="line">
            <a:avLst/>
          </a:prstGeom>
          <a:noFill/>
          <a:ln w="63500" algn="ctr">
            <a:solidFill>
              <a:srgbClr val="C8049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直接连接符 11"/>
          <p:cNvCxnSpPr>
            <a:cxnSpLocks noChangeShapeType="1"/>
          </p:cNvCxnSpPr>
          <p:nvPr/>
        </p:nvCxnSpPr>
        <p:spPr bwMode="auto">
          <a:xfrm rot="16200000" flipH="1">
            <a:off x="5836290" y="3939543"/>
            <a:ext cx="4876800" cy="381000"/>
          </a:xfrm>
          <a:prstGeom prst="line">
            <a:avLst/>
          </a:prstGeom>
          <a:noFill/>
          <a:ln w="63500" algn="ctr">
            <a:solidFill>
              <a:srgbClr val="C80495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2056032" y="802182"/>
            <a:ext cx="80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sz="4800" b="1">
                <a:solidFill>
                  <a:srgbClr val="C80495"/>
                </a:solidFill>
                <a:latin typeface="宋体" charset="-122"/>
                <a:ea typeface="宋体" charset="-122"/>
              </a:rPr>
              <a:t>①</a:t>
            </a:r>
            <a:endParaRPr lang="zh-CN" altLang="en-US" sz="4800" b="1">
              <a:solidFill>
                <a:srgbClr val="C80495"/>
              </a:solidFill>
              <a:ea typeface="宋体" charset="-122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2056032" y="1437182"/>
            <a:ext cx="80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sz="4800" b="1">
                <a:solidFill>
                  <a:srgbClr val="C80495"/>
                </a:solidFill>
                <a:latin typeface="宋体" charset="-122"/>
                <a:ea typeface="宋体" charset="-122"/>
              </a:rPr>
              <a:t>②</a:t>
            </a:r>
            <a:endParaRPr lang="zh-CN" altLang="en-US" sz="4800" b="1">
              <a:solidFill>
                <a:srgbClr val="C80495"/>
              </a:solidFill>
              <a:ea typeface="宋体" charset="-12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2056032" y="2707182"/>
            <a:ext cx="80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sz="4800" b="1">
                <a:solidFill>
                  <a:srgbClr val="C80495"/>
                </a:solidFill>
                <a:latin typeface="宋体" charset="-122"/>
                <a:ea typeface="宋体" charset="-122"/>
              </a:rPr>
              <a:t>④</a:t>
            </a:r>
            <a:endParaRPr lang="zh-CN" altLang="en-US" sz="4800" b="1">
              <a:solidFill>
                <a:srgbClr val="C80495"/>
              </a:solidFill>
              <a:ea typeface="宋体" charset="-122"/>
            </a:endParaRP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2056032" y="2072182"/>
            <a:ext cx="80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sz="4800" b="1">
                <a:solidFill>
                  <a:srgbClr val="C80495"/>
                </a:solidFill>
                <a:latin typeface="宋体" charset="-122"/>
                <a:ea typeface="宋体" charset="-122"/>
              </a:rPr>
              <a:t>③</a:t>
            </a:r>
            <a:endParaRPr lang="zh-CN" altLang="en-US" sz="4800" b="1">
              <a:solidFill>
                <a:srgbClr val="C80495"/>
              </a:solidFill>
              <a:ea typeface="宋体" charset="-122"/>
            </a:endParaRPr>
          </a:p>
        </p:txBody>
      </p:sp>
      <p:sp>
        <p:nvSpPr>
          <p:cNvPr id="32" name="椭圆 17"/>
          <p:cNvSpPr>
            <a:spLocks noChangeArrowheads="1"/>
          </p:cNvSpPr>
          <p:nvPr/>
        </p:nvSpPr>
        <p:spPr bwMode="auto">
          <a:xfrm>
            <a:off x="5764923" y="5425443"/>
            <a:ext cx="1143000" cy="10668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508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sp>
        <p:nvSpPr>
          <p:cNvPr id="33" name="TextBox 18"/>
          <p:cNvSpPr txBox="1">
            <a:spLocks noChangeArrowheads="1"/>
          </p:cNvSpPr>
          <p:nvPr/>
        </p:nvSpPr>
        <p:spPr bwMode="auto">
          <a:xfrm>
            <a:off x="6984123" y="5679443"/>
            <a:ext cx="514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315535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72988E-6 L 0.28941 0.194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62" y="9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74 0.05804 L 0.32274 0.4798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50" y="210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41 0.19496 L 0.32274 0.4835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14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0.0111 L 0.28941 0.0099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78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9.15819E-7 L 0.58108 0.0173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045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41 0.00995 L 0.58108 0.02105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83" y="5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274 0.48358 L 0.31441 0.1949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7" y="-14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274 0.47987 L 0.58108 0.0247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17" y="-227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4 0.19496 L 0.58108 0.0284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67" y="-83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8" grpId="2"/>
      <p:bldP spid="28" grpId="3"/>
      <p:bldP spid="29" grpId="0"/>
      <p:bldP spid="29" grpId="1"/>
      <p:bldP spid="30" grpId="0"/>
      <p:bldP spid="31" grpId="0"/>
      <p:bldP spid="31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803666" y="1164694"/>
            <a:ext cx="8459787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对于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 = 1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y = 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的情形，从另外一个角度来分析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若没有石柱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，最多可过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y+1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=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只青蛙。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有了石柱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后，最多可过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2*2 = 4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只青蛙。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步骤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1#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和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2#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从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L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－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&gt; S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步骤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3#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和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4#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从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L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－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&gt; R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步骤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1#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和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2#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从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S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－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&gt; R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7438007" y="2516359"/>
            <a:ext cx="668338" cy="3890962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9870057" y="2516359"/>
            <a:ext cx="668338" cy="3890962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8234932" y="2983084"/>
            <a:ext cx="1073150" cy="773112"/>
          </a:xfrm>
          <a:prstGeom prst="cloudCallout">
            <a:avLst>
              <a:gd name="adj1" fmla="val -10060"/>
              <a:gd name="adj2" fmla="val 41171"/>
            </a:avLst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15" name="Oval 7"/>
          <p:cNvSpPr>
            <a:spLocks noChangeArrowheads="1"/>
          </p:cNvSpPr>
          <p:nvPr/>
        </p:nvSpPr>
        <p:spPr bwMode="auto">
          <a:xfrm>
            <a:off x="8904857" y="4859509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S</a:t>
            </a:r>
          </a:p>
        </p:txBody>
      </p:sp>
      <p:sp>
        <p:nvSpPr>
          <p:cNvPr id="16" name="Oval 8"/>
          <p:cNvSpPr>
            <a:spLocks noChangeArrowheads="1"/>
          </p:cNvSpPr>
          <p:nvPr/>
        </p:nvSpPr>
        <p:spPr bwMode="auto">
          <a:xfrm>
            <a:off x="6647432" y="3980034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L</a:t>
            </a:r>
          </a:p>
        </p:txBody>
      </p: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10527282" y="3980034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R</a:t>
            </a:r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7320532" y="4499146"/>
            <a:ext cx="1584325" cy="879475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7314182" y="4211809"/>
            <a:ext cx="3213100" cy="0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 flipV="1">
            <a:off x="9577957" y="4499146"/>
            <a:ext cx="960438" cy="819150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 rot="1800000">
            <a:off x="7184007" y="4886496"/>
            <a:ext cx="1636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①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1#, 2#</a:t>
            </a:r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8206357" y="4180059"/>
            <a:ext cx="1636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②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3#, 4#</a:t>
            </a: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 rot="19020000">
            <a:off x="9290620" y="4962696"/>
            <a:ext cx="1636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③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1#, 2#</a:t>
            </a:r>
          </a:p>
        </p:txBody>
      </p:sp>
      <p:sp>
        <p:nvSpPr>
          <p:cNvPr id="28" name="Text Box 16"/>
          <p:cNvSpPr txBox="1">
            <a:spLocks noChangeArrowheads="1"/>
          </p:cNvSpPr>
          <p:nvPr/>
        </p:nvSpPr>
        <p:spPr bwMode="auto">
          <a:xfrm>
            <a:off x="3348428" y="3322106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29" name="Text Box 17"/>
          <p:cNvSpPr txBox="1">
            <a:spLocks noChangeArrowheads="1"/>
          </p:cNvSpPr>
          <p:nvPr/>
        </p:nvSpPr>
        <p:spPr bwMode="auto">
          <a:xfrm>
            <a:off x="3348428" y="4409544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3348428" y="5469994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17666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utoUpdateAnimBg="0"/>
      <p:bldP spid="26" grpId="0" autoUpdateAnimBg="0"/>
      <p:bldP spid="2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(6)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802800" y="1166400"/>
            <a:ext cx="8459787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对于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 = 1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y &gt; 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的情形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若没有石柱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S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，最多可过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y+1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只青蛙。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有了石柱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后，最多可过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2*(y+1)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只青蛙。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步骤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前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+1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只 从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L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－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&gt; S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步骤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后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+1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只 从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L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－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&gt; R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步骤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前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y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+1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只 从 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S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－</a:t>
            </a:r>
            <a:r>
              <a:rPr kumimoji="1" lang="en-US" altLang="zh-CN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&gt; R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；</a:t>
            </a:r>
          </a:p>
        </p:txBody>
      </p:sp>
      <p:sp>
        <p:nvSpPr>
          <p:cNvPr id="32" name="Line 4"/>
          <p:cNvSpPr>
            <a:spLocks noChangeShapeType="1"/>
          </p:cNvSpPr>
          <p:nvPr/>
        </p:nvSpPr>
        <p:spPr bwMode="auto">
          <a:xfrm>
            <a:off x="7280060" y="2458168"/>
            <a:ext cx="668338" cy="3890962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" name="Line 5"/>
          <p:cNvSpPr>
            <a:spLocks noChangeShapeType="1"/>
          </p:cNvSpPr>
          <p:nvPr/>
        </p:nvSpPr>
        <p:spPr bwMode="auto">
          <a:xfrm>
            <a:off x="9712110" y="2458168"/>
            <a:ext cx="668338" cy="3890962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auto">
          <a:xfrm>
            <a:off x="8076985" y="2924893"/>
            <a:ext cx="1073150" cy="773112"/>
          </a:xfrm>
          <a:prstGeom prst="cloudCallout">
            <a:avLst>
              <a:gd name="adj1" fmla="val -10060"/>
              <a:gd name="adj2" fmla="val 41171"/>
            </a:avLst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8746910" y="4801318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S</a:t>
            </a: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6489485" y="3921843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L</a:t>
            </a:r>
          </a:p>
        </p:txBody>
      </p:sp>
      <p:sp>
        <p:nvSpPr>
          <p:cNvPr id="37" name="Oval 9"/>
          <p:cNvSpPr>
            <a:spLocks noChangeArrowheads="1"/>
          </p:cNvSpPr>
          <p:nvPr/>
        </p:nvSpPr>
        <p:spPr bwMode="auto">
          <a:xfrm>
            <a:off x="10369335" y="3921843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R</a:t>
            </a:r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>
            <a:off x="7162585" y="4440955"/>
            <a:ext cx="1584325" cy="879475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9" name="Line 11"/>
          <p:cNvSpPr>
            <a:spLocks noChangeShapeType="1"/>
          </p:cNvSpPr>
          <p:nvPr/>
        </p:nvSpPr>
        <p:spPr bwMode="auto">
          <a:xfrm>
            <a:off x="7156235" y="4153618"/>
            <a:ext cx="3213100" cy="0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" name="Line 12"/>
          <p:cNvSpPr>
            <a:spLocks noChangeShapeType="1"/>
          </p:cNvSpPr>
          <p:nvPr/>
        </p:nvSpPr>
        <p:spPr bwMode="auto">
          <a:xfrm flipV="1">
            <a:off x="9420010" y="4440955"/>
            <a:ext cx="960438" cy="819150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 rot="1800000">
            <a:off x="6800635" y="4828305"/>
            <a:ext cx="2020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①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前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y+1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只</a:t>
            </a:r>
          </a:p>
        </p:txBody>
      </p:sp>
      <p:sp>
        <p:nvSpPr>
          <p:cNvPr id="42" name="Text Box 14"/>
          <p:cNvSpPr txBox="1">
            <a:spLocks noChangeArrowheads="1"/>
          </p:cNvSpPr>
          <p:nvPr/>
        </p:nvSpPr>
        <p:spPr bwMode="auto">
          <a:xfrm>
            <a:off x="7876960" y="4121868"/>
            <a:ext cx="2020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②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后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y+1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只</a:t>
            </a:r>
          </a:p>
        </p:txBody>
      </p:sp>
      <p:sp>
        <p:nvSpPr>
          <p:cNvPr id="43" name="Text Box 15"/>
          <p:cNvSpPr txBox="1">
            <a:spLocks noChangeArrowheads="1"/>
          </p:cNvSpPr>
          <p:nvPr/>
        </p:nvSpPr>
        <p:spPr bwMode="auto">
          <a:xfrm rot="19020000">
            <a:off x="8951698" y="4904505"/>
            <a:ext cx="2020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③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前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y+1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只</a:t>
            </a:r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3516242" y="3330419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45" name="Text Box 17"/>
          <p:cNvSpPr txBox="1">
            <a:spLocks noChangeArrowheads="1"/>
          </p:cNvSpPr>
          <p:nvPr/>
        </p:nvSpPr>
        <p:spPr bwMode="auto">
          <a:xfrm>
            <a:off x="3516242" y="4417857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3516242" y="5478307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11797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utoUpdateAnimBg="0"/>
      <p:bldP spid="42" grpId="0" autoUpdateAnimBg="0"/>
      <p:bldP spid="43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(7)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802800" y="1166400"/>
            <a:ext cx="8459787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对于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 = 2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，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y &gt; 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的情形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若只有石柱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S1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，最多可过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2*(y+1)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只青蛙。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有了石柱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</a:rPr>
              <a:t>S2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后，最多可过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	          </a:t>
            </a: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只青蛙。</a:t>
            </a:r>
          </a:p>
        </p:txBody>
      </p:sp>
      <p:sp>
        <p:nvSpPr>
          <p:cNvPr id="24" name="Line 4"/>
          <p:cNvSpPr>
            <a:spLocks noChangeShapeType="1"/>
          </p:cNvSpPr>
          <p:nvPr/>
        </p:nvSpPr>
        <p:spPr bwMode="auto">
          <a:xfrm>
            <a:off x="7867945" y="2557924"/>
            <a:ext cx="668337" cy="3890962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5" name="Line 5"/>
          <p:cNvSpPr>
            <a:spLocks noChangeShapeType="1"/>
          </p:cNvSpPr>
          <p:nvPr/>
        </p:nvSpPr>
        <p:spPr bwMode="auto">
          <a:xfrm>
            <a:off x="10385720" y="2557924"/>
            <a:ext cx="668337" cy="3890962"/>
          </a:xfrm>
          <a:prstGeom prst="lin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auto">
          <a:xfrm>
            <a:off x="8650582" y="3024649"/>
            <a:ext cx="1073150" cy="773112"/>
          </a:xfrm>
          <a:prstGeom prst="cloudCallout">
            <a:avLst>
              <a:gd name="adj1" fmla="val -10060"/>
              <a:gd name="adj2" fmla="val 41171"/>
            </a:avLst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Y</a:t>
            </a:r>
          </a:p>
        </p:txBody>
      </p:sp>
      <p:sp>
        <p:nvSpPr>
          <p:cNvPr id="27" name="Oval 7"/>
          <p:cNvSpPr>
            <a:spLocks noChangeArrowheads="1"/>
          </p:cNvSpPr>
          <p:nvPr/>
        </p:nvSpPr>
        <p:spPr bwMode="auto">
          <a:xfrm>
            <a:off x="8534695" y="4901074"/>
            <a:ext cx="889000" cy="730250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S1</a:t>
            </a:r>
          </a:p>
        </p:txBody>
      </p:sp>
      <p:sp>
        <p:nvSpPr>
          <p:cNvPr id="28" name="Oval 8"/>
          <p:cNvSpPr>
            <a:spLocks noChangeArrowheads="1"/>
          </p:cNvSpPr>
          <p:nvPr/>
        </p:nvSpPr>
        <p:spPr bwMode="auto">
          <a:xfrm>
            <a:off x="7348832" y="4021599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L</a:t>
            </a:r>
          </a:p>
        </p:txBody>
      </p:sp>
      <p:sp>
        <p:nvSpPr>
          <p:cNvPr id="29" name="Oval 9"/>
          <p:cNvSpPr>
            <a:spLocks noChangeArrowheads="1"/>
          </p:cNvSpPr>
          <p:nvPr/>
        </p:nvSpPr>
        <p:spPr bwMode="auto">
          <a:xfrm>
            <a:off x="11000082" y="4021599"/>
            <a:ext cx="673100" cy="719137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R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4957692" y="2433943"/>
            <a:ext cx="1336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4*(y+1)</a:t>
            </a:r>
          </a:p>
        </p:txBody>
      </p:sp>
      <p:sp>
        <p:nvSpPr>
          <p:cNvPr id="47" name="Oval 11"/>
          <p:cNvSpPr>
            <a:spLocks noChangeArrowheads="1"/>
          </p:cNvSpPr>
          <p:nvPr/>
        </p:nvSpPr>
        <p:spPr bwMode="auto">
          <a:xfrm>
            <a:off x="9704682" y="4901074"/>
            <a:ext cx="889000" cy="730250"/>
          </a:xfrm>
          <a:prstGeom prst="ellipse">
            <a:avLst/>
          </a:prstGeom>
          <a:noFill/>
          <a:ln w="28575">
            <a:solidFill>
              <a:srgbClr val="C8049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S2</a:t>
            </a:r>
          </a:p>
        </p:txBody>
      </p:sp>
      <p:grpSp>
        <p:nvGrpSpPr>
          <p:cNvPr id="48" name="Group 12"/>
          <p:cNvGrpSpPr>
            <a:grpSpLocks/>
          </p:cNvGrpSpPr>
          <p:nvPr/>
        </p:nvGrpSpPr>
        <p:grpSpPr bwMode="auto">
          <a:xfrm>
            <a:off x="804831" y="3085659"/>
            <a:ext cx="4572000" cy="3082925"/>
            <a:chOff x="109" y="1640"/>
            <a:chExt cx="2880" cy="1942"/>
          </a:xfrm>
        </p:grpSpPr>
        <p:sp>
          <p:nvSpPr>
            <p:cNvPr id="49" name="Rectangle 13"/>
            <p:cNvSpPr>
              <a:spLocks noChangeArrowheads="1"/>
            </p:cNvSpPr>
            <p:nvPr/>
          </p:nvSpPr>
          <p:spPr bwMode="auto">
            <a:xfrm>
              <a:off x="109" y="1640"/>
              <a:ext cx="2880" cy="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步骤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1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：</a:t>
              </a:r>
              <a:b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前</a:t>
              </a:r>
              <a:r>
                <a:rPr kumimoji="1" lang="en-US" altLang="zh-CN" sz="2800" b="1">
                  <a:solidFill>
                    <a:schemeClr val="tx1"/>
                  </a:solidFill>
                  <a:ea typeface="黑体" pitchFamily="49" charset="-122"/>
                </a:rPr>
                <a:t>2*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(y+1)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只 从 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L </a:t>
              </a:r>
              <a:r>
                <a:rPr kumimoji="1" lang="zh-CN" altLang="en-US" sz="2800" b="1">
                  <a:solidFill>
                    <a:schemeClr val="tx1"/>
                  </a:solidFill>
                  <a:ea typeface="黑体" pitchFamily="49" charset="-122"/>
                </a:rPr>
                <a:t>－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S2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步骤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2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：</a:t>
              </a:r>
              <a:b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后</a:t>
              </a:r>
              <a:r>
                <a:rPr kumimoji="1" lang="en-US" altLang="zh-CN" sz="2800" b="1">
                  <a:solidFill>
                    <a:schemeClr val="tx1"/>
                  </a:solidFill>
                  <a:ea typeface="黑体" pitchFamily="49" charset="-122"/>
                </a:rPr>
                <a:t>2*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(y+1)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只 从 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L 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R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步骤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3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：</a:t>
              </a:r>
              <a:b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</a:b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前</a:t>
              </a:r>
              <a:r>
                <a:rPr kumimoji="1" lang="en-US" altLang="zh-CN" sz="2800" b="1">
                  <a:solidFill>
                    <a:schemeClr val="tx1"/>
                  </a:solidFill>
                  <a:ea typeface="黑体" pitchFamily="49" charset="-122"/>
                </a:rPr>
                <a:t>2*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  <a:cs typeface="Times New Roman" pitchFamily="18" charset="0"/>
                </a:rPr>
                <a:t>(y+1)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只 从 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S2 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－</a:t>
              </a:r>
              <a:r>
                <a:rPr kumimoji="1" lang="en-US" altLang="zh-CN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&gt; R</a:t>
              </a:r>
              <a:r>
                <a:rPr kumimoji="1" lang="zh-CN" altLang="en-US" sz="2800" b="1">
                  <a:solidFill>
                    <a:schemeClr val="tx1"/>
                  </a:solidFill>
                  <a:latin typeface="黑体" pitchFamily="49" charset="-122"/>
                  <a:ea typeface="黑体" pitchFamily="49" charset="-122"/>
                </a:rPr>
                <a:t>；</a:t>
              </a:r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1897" y="1795"/>
              <a:ext cx="5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1"/>
                  </a:solidFill>
                  <a:ea typeface="宋体" charset="-122"/>
                </a:rPr>
                <a:t>Y,S1</a:t>
              </a:r>
            </a:p>
          </p:txBody>
        </p:sp>
        <p:sp>
          <p:nvSpPr>
            <p:cNvPr id="51" name="Text Box 15"/>
            <p:cNvSpPr txBox="1">
              <a:spLocks noChangeArrowheads="1"/>
            </p:cNvSpPr>
            <p:nvPr/>
          </p:nvSpPr>
          <p:spPr bwMode="auto">
            <a:xfrm>
              <a:off x="1887" y="2480"/>
              <a:ext cx="5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1"/>
                  </a:solidFill>
                  <a:ea typeface="宋体" charset="-122"/>
                </a:rPr>
                <a:t>Y,S1</a:t>
              </a:r>
            </a:p>
          </p:txBody>
        </p:sp>
        <p:sp>
          <p:nvSpPr>
            <p:cNvPr id="52" name="Text Box 16"/>
            <p:cNvSpPr txBox="1">
              <a:spLocks noChangeArrowheads="1"/>
            </p:cNvSpPr>
            <p:nvPr/>
          </p:nvSpPr>
          <p:spPr bwMode="auto">
            <a:xfrm>
              <a:off x="2003" y="3148"/>
              <a:ext cx="5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1"/>
                  </a:solidFill>
                  <a:ea typeface="宋体" charset="-122"/>
                </a:rPr>
                <a:t>Y,S1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714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(8)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1006884" y="1253218"/>
            <a:ext cx="9916045" cy="48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采用归纳法，可得出如下的递归形式：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</a:pP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Jump(S,  y)  =  2 * Jump(S-1,  y)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；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意思是：先让一半的青蛙利用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y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片荷叶和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S-1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根石柱，落在河中剩下的那根石柱上；然后让另一半的青蛙利用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y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片荷叶和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S-1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根石柱，落在右岸的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R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上面；最后再让先前的一半青蛙，利用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y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片荷叶和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S-1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根石柱，落在右岸的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R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上面。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递归边界：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Jump(0,  y)  =  y + 1</a:t>
            </a:r>
          </a:p>
        </p:txBody>
      </p:sp>
    </p:spTree>
    <p:extLst>
      <p:ext uri="{BB962C8B-B14F-4D97-AF65-F5344CB8AC3E}">
        <p14:creationId xmlns:p14="http://schemas.microsoft.com/office/powerpoint/2010/main" val="38802603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14450" y="1067936"/>
            <a:ext cx="9179719" cy="5363007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main( ):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S = int(input("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请输入石柱的数目：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"))</a:t>
            </a:r>
          </a:p>
          <a:p>
            <a:pPr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y = int(input(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"</a:t>
            </a:r>
            <a:r>
              <a:rPr kumimoji="1" lang="zh-CN" altLang="en-US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请输入荷叶的数目：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"))</a:t>
            </a:r>
          </a:p>
          <a:p>
            <a:pPr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print("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最多有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,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 Jump(S, y),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"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只青蛙过河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")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Jump(S,  y):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if S == 0: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return( y + 1 )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else: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return(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 * Jump(S-1,  y)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300"/>
              </a:spcBef>
            </a:pP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main()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52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9.3 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基于回溯策略的递归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099444" y="1594661"/>
            <a:ext cx="9898293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        在程序设计当中，有相当一类求一组解、或求全部解或求</a:t>
            </a:r>
            <a:endParaRPr kumimoji="1"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最优解的问题，不是根据某种确定的计算法则，而是利用试探</a:t>
            </a:r>
            <a:endParaRPr kumimoji="1"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和回溯（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</a:rPr>
              <a:t>Backtracking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）的搜索技术求解。回溯法也是设计递</a:t>
            </a:r>
            <a:endParaRPr kumimoji="1"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归算法的一种重要方法，它的求解过程实质上是一个先序遍历</a:t>
            </a:r>
            <a:endParaRPr kumimoji="1"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一棵“状态树”的过程，只不过这棵树不是预先建立的，而是</a:t>
            </a:r>
            <a:endParaRPr kumimoji="1" lang="en-US" altLang="zh-CN" sz="28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宋体" charset="-122"/>
              </a:rPr>
              <a:t>隐含在遍历的过程当中。</a:t>
            </a:r>
          </a:p>
        </p:txBody>
      </p:sp>
    </p:spTree>
    <p:extLst>
      <p:ext uri="{BB962C8B-B14F-4D97-AF65-F5344CB8AC3E}">
        <p14:creationId xmlns:p14="http://schemas.microsoft.com/office/powerpoint/2010/main" val="2201969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生活中的例子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3" descr="untitl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476" y="1627383"/>
            <a:ext cx="3595688" cy="346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366276" y="5162746"/>
            <a:ext cx="1403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华容道</a:t>
            </a:r>
          </a:p>
        </p:txBody>
      </p:sp>
      <p:grpSp>
        <p:nvGrpSpPr>
          <p:cNvPr id="12" name="组合 7"/>
          <p:cNvGrpSpPr>
            <a:grpSpLocks/>
          </p:cNvGrpSpPr>
          <p:nvPr/>
        </p:nvGrpSpPr>
        <p:grpSpPr bwMode="auto">
          <a:xfrm>
            <a:off x="5480795" y="1730162"/>
            <a:ext cx="5105400" cy="3867150"/>
            <a:chOff x="3886200" y="1700212"/>
            <a:chExt cx="5105400" cy="3867726"/>
          </a:xfrm>
        </p:grpSpPr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5378450" y="4983163"/>
              <a:ext cx="224452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tx1"/>
                  </a:solidFill>
                  <a:ea typeface="宋体" charset="-122"/>
                </a:rPr>
                <a:t>圆明园迷宫</a:t>
              </a:r>
            </a:p>
          </p:txBody>
        </p:sp>
        <p:pic>
          <p:nvPicPr>
            <p:cNvPr id="14" name="图片 6" descr="无标题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6200" y="1700212"/>
              <a:ext cx="5105400" cy="287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9118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例题、八皇后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916698" y="1398703"/>
            <a:ext cx="1006441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在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8×8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的棋盘上，放置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8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个</a:t>
            </a:r>
            <a:r>
              <a:rPr kumimoji="1" lang="zh-CN" altLang="en-US" sz="3200" b="1">
                <a:solidFill>
                  <a:srgbClr val="0000FF"/>
                </a:solidFill>
                <a:latin typeface="宋体" charset="-122"/>
                <a:ea typeface="宋体" charset="-122"/>
              </a:rPr>
              <a:t>皇后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（棋子），使两两之间互不攻击。所谓互不攻击是说任何两个皇后都要满足：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（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）不在棋盘的同一行；</a:t>
            </a:r>
            <a:b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</a:b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（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2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）不在棋盘的同一列；</a:t>
            </a:r>
            <a:b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</a:b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（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3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）不在棋盘的同一对角线上。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因此可以推论出，棋盘共有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8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行，故至多有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8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个皇后，即每一行有且仅有一个皇后。这</a:t>
            </a:r>
            <a:r>
              <a:rPr kumimoji="1"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8</a:t>
            </a:r>
            <a:r>
              <a:rPr kumimoji="1"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个皇后中的每一个应该摆放在哪一列上是解该题的任务。</a:t>
            </a:r>
          </a:p>
        </p:txBody>
      </p:sp>
    </p:spTree>
    <p:extLst>
      <p:ext uri="{BB962C8B-B14F-4D97-AF65-F5344CB8AC3E}">
        <p14:creationId xmlns:p14="http://schemas.microsoft.com/office/powerpoint/2010/main" val="1293211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状态树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8" name="Group 9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776817"/>
              </p:ext>
            </p:extLst>
          </p:nvPr>
        </p:nvGraphicFramePr>
        <p:xfrm>
          <a:off x="5409546" y="220031"/>
          <a:ext cx="833440" cy="865188"/>
        </p:xfrm>
        <a:graphic>
          <a:graphicData uri="http://schemas.openxmlformats.org/drawingml/2006/table">
            <a:tbl>
              <a:tblPr/>
              <a:tblGrid>
                <a:gridCol w="20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1475" marR="91475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Group 2064"/>
          <p:cNvGrpSpPr>
            <a:grpSpLocks/>
          </p:cNvGrpSpPr>
          <p:nvPr/>
        </p:nvGrpSpPr>
        <p:grpSpPr bwMode="auto">
          <a:xfrm>
            <a:off x="8825846" y="3852231"/>
            <a:ext cx="581025" cy="519112"/>
            <a:chOff x="4816" y="2369"/>
            <a:chExt cx="366" cy="327"/>
          </a:xfrm>
        </p:grpSpPr>
        <p:sp>
          <p:nvSpPr>
            <p:cNvPr id="11" name="Line 440"/>
            <p:cNvSpPr>
              <a:spLocks noChangeShapeType="1"/>
            </p:cNvSpPr>
            <p:nvPr/>
          </p:nvSpPr>
          <p:spPr bwMode="auto">
            <a:xfrm>
              <a:off x="4981" y="2405"/>
              <a:ext cx="201" cy="2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Text Box 441"/>
            <p:cNvSpPr txBox="1">
              <a:spLocks noChangeArrowheads="1"/>
            </p:cNvSpPr>
            <p:nvPr/>
          </p:nvSpPr>
          <p:spPr bwMode="auto">
            <a:xfrm>
              <a:off x="4816" y="2369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1"/>
                  </a:solidFill>
                  <a:ea typeface="宋体" charset="-122"/>
                </a:rPr>
                <a:t>…</a:t>
              </a:r>
            </a:p>
          </p:txBody>
        </p:sp>
      </p:grpSp>
      <p:sp>
        <p:nvSpPr>
          <p:cNvPr id="13" name="AutoShape 96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0850702" y="6153312"/>
            <a:ext cx="531813" cy="331787"/>
          </a:xfrm>
          <a:prstGeom prst="actionButtonForwardNext">
            <a:avLst/>
          </a:prstGeom>
          <a:noFill/>
          <a:ln w="9525">
            <a:solidFill>
              <a:srgbClr val="C804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  <p:grpSp>
        <p:nvGrpSpPr>
          <p:cNvPr id="14" name="Group 1098"/>
          <p:cNvGrpSpPr>
            <a:grpSpLocks/>
          </p:cNvGrpSpPr>
          <p:nvPr/>
        </p:nvGrpSpPr>
        <p:grpSpPr bwMode="auto">
          <a:xfrm>
            <a:off x="2996546" y="1082043"/>
            <a:ext cx="2443163" cy="1389063"/>
            <a:chOff x="1144" y="624"/>
            <a:chExt cx="1539" cy="875"/>
          </a:xfrm>
        </p:grpSpPr>
        <p:sp>
          <p:nvSpPr>
            <p:cNvPr id="15" name="Line 32"/>
            <p:cNvSpPr>
              <a:spLocks noChangeShapeType="1"/>
            </p:cNvSpPr>
            <p:nvPr/>
          </p:nvSpPr>
          <p:spPr bwMode="auto">
            <a:xfrm flipH="1">
              <a:off x="1611" y="624"/>
              <a:ext cx="1072" cy="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Rectangle 34"/>
            <p:cNvSpPr>
              <a:spLocks noChangeArrowheads="1"/>
            </p:cNvSpPr>
            <p:nvPr/>
          </p:nvSpPr>
          <p:spPr bwMode="auto">
            <a:xfrm>
              <a:off x="1489" y="1363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7" name="Rectangle 35"/>
            <p:cNvSpPr>
              <a:spLocks noChangeArrowheads="1"/>
            </p:cNvSpPr>
            <p:nvPr/>
          </p:nvSpPr>
          <p:spPr bwMode="auto">
            <a:xfrm>
              <a:off x="1374" y="1363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8" name="Rectangle 36"/>
            <p:cNvSpPr>
              <a:spLocks noChangeArrowheads="1"/>
            </p:cNvSpPr>
            <p:nvPr/>
          </p:nvSpPr>
          <p:spPr bwMode="auto">
            <a:xfrm>
              <a:off x="1259" y="1363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19" name="Rectangle 37"/>
            <p:cNvSpPr>
              <a:spLocks noChangeArrowheads="1"/>
            </p:cNvSpPr>
            <p:nvPr/>
          </p:nvSpPr>
          <p:spPr bwMode="auto">
            <a:xfrm>
              <a:off x="1144" y="1363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0" name="Rectangle 38"/>
            <p:cNvSpPr>
              <a:spLocks noChangeArrowheads="1"/>
            </p:cNvSpPr>
            <p:nvPr/>
          </p:nvSpPr>
          <p:spPr bwMode="auto">
            <a:xfrm>
              <a:off x="1489" y="1227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2" name="Rectangle 39"/>
            <p:cNvSpPr>
              <a:spLocks noChangeArrowheads="1"/>
            </p:cNvSpPr>
            <p:nvPr/>
          </p:nvSpPr>
          <p:spPr bwMode="auto">
            <a:xfrm>
              <a:off x="1374" y="1227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3" name="Rectangle 40"/>
            <p:cNvSpPr>
              <a:spLocks noChangeArrowheads="1"/>
            </p:cNvSpPr>
            <p:nvPr/>
          </p:nvSpPr>
          <p:spPr bwMode="auto">
            <a:xfrm>
              <a:off x="1259" y="1227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4" name="Rectangle 41"/>
            <p:cNvSpPr>
              <a:spLocks noChangeArrowheads="1"/>
            </p:cNvSpPr>
            <p:nvPr/>
          </p:nvSpPr>
          <p:spPr bwMode="auto">
            <a:xfrm>
              <a:off x="1144" y="1227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1489" y="1090"/>
              <a:ext cx="11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1374" y="1090"/>
              <a:ext cx="11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1259" y="1090"/>
              <a:ext cx="11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1144" y="1090"/>
              <a:ext cx="115" cy="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1489" y="954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1374" y="954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31" name="Rectangle 48"/>
            <p:cNvSpPr>
              <a:spLocks noChangeArrowheads="1"/>
            </p:cNvSpPr>
            <p:nvPr/>
          </p:nvSpPr>
          <p:spPr bwMode="auto">
            <a:xfrm>
              <a:off x="1259" y="954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32" name="Rectangle 49"/>
            <p:cNvSpPr>
              <a:spLocks noChangeArrowheads="1"/>
            </p:cNvSpPr>
            <p:nvPr/>
          </p:nvSpPr>
          <p:spPr bwMode="auto">
            <a:xfrm>
              <a:off x="1144" y="954"/>
              <a:ext cx="11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endParaRPr lang="zh-CN" altLang="en-US" sz="500">
                <a:solidFill>
                  <a:schemeClr val="tx1"/>
                </a:solidFill>
                <a:latin typeface="Tahoma" pitchFamily="34" charset="0"/>
                <a:ea typeface="宋体" charset="-122"/>
              </a:endParaRPr>
            </a:p>
          </p:txBody>
        </p:sp>
        <p:sp>
          <p:nvSpPr>
            <p:cNvPr id="33" name="Line 50"/>
            <p:cNvSpPr>
              <a:spLocks noChangeShapeType="1"/>
            </p:cNvSpPr>
            <p:nvPr/>
          </p:nvSpPr>
          <p:spPr bwMode="auto">
            <a:xfrm>
              <a:off x="1144" y="1090"/>
              <a:ext cx="4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51"/>
            <p:cNvSpPr>
              <a:spLocks noChangeShapeType="1"/>
            </p:cNvSpPr>
            <p:nvPr/>
          </p:nvSpPr>
          <p:spPr bwMode="auto">
            <a:xfrm>
              <a:off x="1144" y="1227"/>
              <a:ext cx="4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52"/>
            <p:cNvSpPr>
              <a:spLocks noChangeShapeType="1"/>
            </p:cNvSpPr>
            <p:nvPr/>
          </p:nvSpPr>
          <p:spPr bwMode="auto">
            <a:xfrm>
              <a:off x="1144" y="1363"/>
              <a:ext cx="4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53"/>
            <p:cNvSpPr>
              <a:spLocks noChangeShapeType="1"/>
            </p:cNvSpPr>
            <p:nvPr/>
          </p:nvSpPr>
          <p:spPr bwMode="auto">
            <a:xfrm>
              <a:off x="1259" y="954"/>
              <a:ext cx="0" cy="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Line 54"/>
            <p:cNvSpPr>
              <a:spLocks noChangeShapeType="1"/>
            </p:cNvSpPr>
            <p:nvPr/>
          </p:nvSpPr>
          <p:spPr bwMode="auto">
            <a:xfrm>
              <a:off x="1374" y="954"/>
              <a:ext cx="0" cy="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55"/>
            <p:cNvSpPr>
              <a:spLocks noChangeShapeType="1"/>
            </p:cNvSpPr>
            <p:nvPr/>
          </p:nvSpPr>
          <p:spPr bwMode="auto">
            <a:xfrm>
              <a:off x="1489" y="954"/>
              <a:ext cx="0" cy="5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56"/>
            <p:cNvSpPr>
              <a:spLocks noChangeShapeType="1"/>
            </p:cNvSpPr>
            <p:nvPr/>
          </p:nvSpPr>
          <p:spPr bwMode="auto">
            <a:xfrm>
              <a:off x="1144" y="954"/>
              <a:ext cx="46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1144" y="954"/>
              <a:ext cx="0" cy="545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58"/>
            <p:cNvSpPr>
              <a:spLocks noChangeShapeType="1"/>
            </p:cNvSpPr>
            <p:nvPr/>
          </p:nvSpPr>
          <p:spPr bwMode="auto">
            <a:xfrm>
              <a:off x="1604" y="954"/>
              <a:ext cx="0" cy="545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59"/>
            <p:cNvSpPr>
              <a:spLocks noChangeShapeType="1"/>
            </p:cNvSpPr>
            <p:nvPr/>
          </p:nvSpPr>
          <p:spPr bwMode="auto">
            <a:xfrm>
              <a:off x="1144" y="1499"/>
              <a:ext cx="460" cy="0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Oval 1043"/>
            <p:cNvSpPr>
              <a:spLocks noChangeArrowheads="1"/>
            </p:cNvSpPr>
            <p:nvPr/>
          </p:nvSpPr>
          <p:spPr bwMode="auto">
            <a:xfrm>
              <a:off x="1156" y="974"/>
              <a:ext cx="86" cy="8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</p:grpSp>
      <p:grpSp>
        <p:nvGrpSpPr>
          <p:cNvPr id="44" name="Group 1860"/>
          <p:cNvGrpSpPr>
            <a:grpSpLocks/>
          </p:cNvGrpSpPr>
          <p:nvPr/>
        </p:nvGrpSpPr>
        <p:grpSpPr bwMode="auto">
          <a:xfrm>
            <a:off x="5860396" y="1097918"/>
            <a:ext cx="730250" cy="1382713"/>
            <a:chOff x="2948" y="634"/>
            <a:chExt cx="460" cy="871"/>
          </a:xfrm>
        </p:grpSpPr>
        <p:sp>
          <p:nvSpPr>
            <p:cNvPr id="45" name="Line 62"/>
            <p:cNvSpPr>
              <a:spLocks noChangeShapeType="1"/>
            </p:cNvSpPr>
            <p:nvPr/>
          </p:nvSpPr>
          <p:spPr bwMode="auto">
            <a:xfrm>
              <a:off x="2966" y="634"/>
              <a:ext cx="181" cy="3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6" name="Group 1683"/>
            <p:cNvGrpSpPr>
              <a:grpSpLocks/>
            </p:cNvGrpSpPr>
            <p:nvPr/>
          </p:nvGrpSpPr>
          <p:grpSpPr bwMode="auto">
            <a:xfrm>
              <a:off x="2948" y="960"/>
              <a:ext cx="460" cy="545"/>
              <a:chOff x="192" y="175"/>
              <a:chExt cx="460" cy="545"/>
            </a:xfrm>
          </p:grpSpPr>
          <p:sp>
            <p:nvSpPr>
              <p:cNvPr id="47" name="Rectangle 1044"/>
              <p:cNvSpPr>
                <a:spLocks noChangeArrowheads="1"/>
              </p:cNvSpPr>
              <p:nvPr/>
            </p:nvSpPr>
            <p:spPr bwMode="auto">
              <a:xfrm>
                <a:off x="537" y="58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48" name="Rectangle 1045"/>
              <p:cNvSpPr>
                <a:spLocks noChangeArrowheads="1"/>
              </p:cNvSpPr>
              <p:nvPr/>
            </p:nvSpPr>
            <p:spPr bwMode="auto">
              <a:xfrm>
                <a:off x="422" y="58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49" name="Rectangle 1046"/>
              <p:cNvSpPr>
                <a:spLocks noChangeArrowheads="1"/>
              </p:cNvSpPr>
              <p:nvPr/>
            </p:nvSpPr>
            <p:spPr bwMode="auto">
              <a:xfrm>
                <a:off x="307" y="58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0" name="Rectangle 1047"/>
              <p:cNvSpPr>
                <a:spLocks noChangeArrowheads="1"/>
              </p:cNvSpPr>
              <p:nvPr/>
            </p:nvSpPr>
            <p:spPr bwMode="auto">
              <a:xfrm>
                <a:off x="192" y="58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1" name="Rectangle 1048"/>
              <p:cNvSpPr>
                <a:spLocks noChangeArrowheads="1"/>
              </p:cNvSpPr>
              <p:nvPr/>
            </p:nvSpPr>
            <p:spPr bwMode="auto">
              <a:xfrm>
                <a:off x="537" y="44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2" name="Rectangle 1049"/>
              <p:cNvSpPr>
                <a:spLocks noChangeArrowheads="1"/>
              </p:cNvSpPr>
              <p:nvPr/>
            </p:nvSpPr>
            <p:spPr bwMode="auto">
              <a:xfrm>
                <a:off x="422" y="44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3" name="Rectangle 1050"/>
              <p:cNvSpPr>
                <a:spLocks noChangeArrowheads="1"/>
              </p:cNvSpPr>
              <p:nvPr/>
            </p:nvSpPr>
            <p:spPr bwMode="auto">
              <a:xfrm>
                <a:off x="307" y="44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4" name="Rectangle 1051"/>
              <p:cNvSpPr>
                <a:spLocks noChangeArrowheads="1"/>
              </p:cNvSpPr>
              <p:nvPr/>
            </p:nvSpPr>
            <p:spPr bwMode="auto">
              <a:xfrm>
                <a:off x="192" y="44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5" name="Rectangle 1052"/>
              <p:cNvSpPr>
                <a:spLocks noChangeArrowheads="1"/>
              </p:cNvSpPr>
              <p:nvPr/>
            </p:nvSpPr>
            <p:spPr bwMode="auto">
              <a:xfrm>
                <a:off x="537" y="311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6" name="Rectangle 1053"/>
              <p:cNvSpPr>
                <a:spLocks noChangeArrowheads="1"/>
              </p:cNvSpPr>
              <p:nvPr/>
            </p:nvSpPr>
            <p:spPr bwMode="auto">
              <a:xfrm>
                <a:off x="422" y="311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7" name="Rectangle 1054"/>
              <p:cNvSpPr>
                <a:spLocks noChangeArrowheads="1"/>
              </p:cNvSpPr>
              <p:nvPr/>
            </p:nvSpPr>
            <p:spPr bwMode="auto">
              <a:xfrm>
                <a:off x="307" y="311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8" name="Rectangle 1055"/>
              <p:cNvSpPr>
                <a:spLocks noChangeArrowheads="1"/>
              </p:cNvSpPr>
              <p:nvPr/>
            </p:nvSpPr>
            <p:spPr bwMode="auto">
              <a:xfrm>
                <a:off x="192" y="311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59" name="Rectangle 1056"/>
              <p:cNvSpPr>
                <a:spLocks noChangeArrowheads="1"/>
              </p:cNvSpPr>
              <p:nvPr/>
            </p:nvSpPr>
            <p:spPr bwMode="auto">
              <a:xfrm>
                <a:off x="537" y="175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0" name="Rectangle 1057"/>
              <p:cNvSpPr>
                <a:spLocks noChangeArrowheads="1"/>
              </p:cNvSpPr>
              <p:nvPr/>
            </p:nvSpPr>
            <p:spPr bwMode="auto">
              <a:xfrm>
                <a:off x="422" y="175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1" name="Rectangle 1058"/>
              <p:cNvSpPr>
                <a:spLocks noChangeArrowheads="1"/>
              </p:cNvSpPr>
              <p:nvPr/>
            </p:nvSpPr>
            <p:spPr bwMode="auto">
              <a:xfrm>
                <a:off x="307" y="175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2" name="Rectangle 1059"/>
              <p:cNvSpPr>
                <a:spLocks noChangeArrowheads="1"/>
              </p:cNvSpPr>
              <p:nvPr/>
            </p:nvSpPr>
            <p:spPr bwMode="auto">
              <a:xfrm>
                <a:off x="192" y="175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3" name="Line 1060"/>
              <p:cNvSpPr>
                <a:spLocks noChangeShapeType="1"/>
              </p:cNvSpPr>
              <p:nvPr/>
            </p:nvSpPr>
            <p:spPr bwMode="auto">
              <a:xfrm>
                <a:off x="192" y="311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1061"/>
              <p:cNvSpPr>
                <a:spLocks noChangeShapeType="1"/>
              </p:cNvSpPr>
              <p:nvPr/>
            </p:nvSpPr>
            <p:spPr bwMode="auto">
              <a:xfrm>
                <a:off x="192" y="448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1062"/>
              <p:cNvSpPr>
                <a:spLocks noChangeShapeType="1"/>
              </p:cNvSpPr>
              <p:nvPr/>
            </p:nvSpPr>
            <p:spPr bwMode="auto">
              <a:xfrm>
                <a:off x="192" y="584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1063"/>
              <p:cNvSpPr>
                <a:spLocks noChangeShapeType="1"/>
              </p:cNvSpPr>
              <p:nvPr/>
            </p:nvSpPr>
            <p:spPr bwMode="auto">
              <a:xfrm>
                <a:off x="307" y="175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1064"/>
              <p:cNvSpPr>
                <a:spLocks noChangeShapeType="1"/>
              </p:cNvSpPr>
              <p:nvPr/>
            </p:nvSpPr>
            <p:spPr bwMode="auto">
              <a:xfrm>
                <a:off x="422" y="175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1065"/>
              <p:cNvSpPr>
                <a:spLocks noChangeShapeType="1"/>
              </p:cNvSpPr>
              <p:nvPr/>
            </p:nvSpPr>
            <p:spPr bwMode="auto">
              <a:xfrm>
                <a:off x="537" y="175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Line 1066"/>
              <p:cNvSpPr>
                <a:spLocks noChangeShapeType="1"/>
              </p:cNvSpPr>
              <p:nvPr/>
            </p:nvSpPr>
            <p:spPr bwMode="auto">
              <a:xfrm>
                <a:off x="192" y="175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1067"/>
              <p:cNvSpPr>
                <a:spLocks noChangeShapeType="1"/>
              </p:cNvSpPr>
              <p:nvPr/>
            </p:nvSpPr>
            <p:spPr bwMode="auto">
              <a:xfrm>
                <a:off x="192" y="175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Line 1068"/>
              <p:cNvSpPr>
                <a:spLocks noChangeShapeType="1"/>
              </p:cNvSpPr>
              <p:nvPr/>
            </p:nvSpPr>
            <p:spPr bwMode="auto">
              <a:xfrm>
                <a:off x="652" y="175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1069"/>
              <p:cNvSpPr>
                <a:spLocks noChangeShapeType="1"/>
              </p:cNvSpPr>
              <p:nvPr/>
            </p:nvSpPr>
            <p:spPr bwMode="auto">
              <a:xfrm>
                <a:off x="192" y="720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3" name="Oval 1070"/>
              <p:cNvSpPr>
                <a:spLocks noChangeArrowheads="1"/>
              </p:cNvSpPr>
              <p:nvPr/>
            </p:nvSpPr>
            <p:spPr bwMode="auto">
              <a:xfrm>
                <a:off x="317" y="195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74" name="Group 2070"/>
          <p:cNvGrpSpPr>
            <a:grpSpLocks/>
          </p:cNvGrpSpPr>
          <p:nvPr/>
        </p:nvGrpSpPr>
        <p:grpSpPr bwMode="auto">
          <a:xfrm>
            <a:off x="6139796" y="1082043"/>
            <a:ext cx="2749550" cy="1865313"/>
            <a:chOff x="3124" y="624"/>
            <a:chExt cx="1732" cy="1175"/>
          </a:xfrm>
        </p:grpSpPr>
        <p:sp>
          <p:nvSpPr>
            <p:cNvPr id="75" name="Line 340"/>
            <p:cNvSpPr>
              <a:spLocks noChangeShapeType="1"/>
            </p:cNvSpPr>
            <p:nvPr/>
          </p:nvSpPr>
          <p:spPr bwMode="auto">
            <a:xfrm>
              <a:off x="3124" y="624"/>
              <a:ext cx="1206" cy="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6" name="Group 2063"/>
            <p:cNvGrpSpPr>
              <a:grpSpLocks/>
            </p:cNvGrpSpPr>
            <p:nvPr/>
          </p:nvGrpSpPr>
          <p:grpSpPr bwMode="auto">
            <a:xfrm>
              <a:off x="4482" y="1472"/>
              <a:ext cx="374" cy="327"/>
              <a:chOff x="4482" y="1472"/>
              <a:chExt cx="374" cy="327"/>
            </a:xfrm>
          </p:grpSpPr>
          <p:sp>
            <p:nvSpPr>
              <p:cNvPr id="105" name="Line 370"/>
              <p:cNvSpPr>
                <a:spLocks noChangeShapeType="1"/>
              </p:cNvSpPr>
              <p:nvPr/>
            </p:nvSpPr>
            <p:spPr bwMode="auto">
              <a:xfrm flipH="1">
                <a:off x="4482" y="1490"/>
                <a:ext cx="114" cy="2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6" name="Line 371"/>
              <p:cNvSpPr>
                <a:spLocks noChangeShapeType="1"/>
              </p:cNvSpPr>
              <p:nvPr/>
            </p:nvSpPr>
            <p:spPr bwMode="auto">
              <a:xfrm>
                <a:off x="4655" y="1508"/>
                <a:ext cx="201" cy="2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7" name="Text Box 372"/>
              <p:cNvSpPr txBox="1">
                <a:spLocks noChangeArrowheads="1"/>
              </p:cNvSpPr>
              <p:nvPr/>
            </p:nvSpPr>
            <p:spPr bwMode="auto">
              <a:xfrm>
                <a:off x="4490" y="147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chemeClr val="tx1"/>
                    </a:solidFill>
                    <a:ea typeface="宋体" charset="-122"/>
                  </a:rPr>
                  <a:t>…</a:t>
                </a:r>
              </a:p>
            </p:txBody>
          </p:sp>
        </p:grpSp>
        <p:grpSp>
          <p:nvGrpSpPr>
            <p:cNvPr id="77" name="Group 1711"/>
            <p:cNvGrpSpPr>
              <a:grpSpLocks/>
            </p:cNvGrpSpPr>
            <p:nvPr/>
          </p:nvGrpSpPr>
          <p:grpSpPr bwMode="auto">
            <a:xfrm>
              <a:off x="4292" y="960"/>
              <a:ext cx="460" cy="545"/>
              <a:chOff x="1056" y="144"/>
              <a:chExt cx="460" cy="545"/>
            </a:xfrm>
          </p:grpSpPr>
          <p:sp>
            <p:nvSpPr>
              <p:cNvPr id="78" name="Rectangle 1071"/>
              <p:cNvSpPr>
                <a:spLocks noChangeArrowheads="1"/>
              </p:cNvSpPr>
              <p:nvPr/>
            </p:nvSpPr>
            <p:spPr bwMode="auto">
              <a:xfrm>
                <a:off x="1401" y="55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79" name="Rectangle 1072"/>
              <p:cNvSpPr>
                <a:spLocks noChangeArrowheads="1"/>
              </p:cNvSpPr>
              <p:nvPr/>
            </p:nvSpPr>
            <p:spPr bwMode="auto">
              <a:xfrm>
                <a:off x="1286" y="55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0" name="Rectangle 1073"/>
              <p:cNvSpPr>
                <a:spLocks noChangeArrowheads="1"/>
              </p:cNvSpPr>
              <p:nvPr/>
            </p:nvSpPr>
            <p:spPr bwMode="auto">
              <a:xfrm>
                <a:off x="1171" y="55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1" name="Rectangle 1074"/>
              <p:cNvSpPr>
                <a:spLocks noChangeArrowheads="1"/>
              </p:cNvSpPr>
              <p:nvPr/>
            </p:nvSpPr>
            <p:spPr bwMode="auto">
              <a:xfrm>
                <a:off x="1056" y="55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2" name="Rectangle 1075"/>
              <p:cNvSpPr>
                <a:spLocks noChangeArrowheads="1"/>
              </p:cNvSpPr>
              <p:nvPr/>
            </p:nvSpPr>
            <p:spPr bwMode="auto">
              <a:xfrm>
                <a:off x="1401" y="41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3" name="Rectangle 1076"/>
              <p:cNvSpPr>
                <a:spLocks noChangeArrowheads="1"/>
              </p:cNvSpPr>
              <p:nvPr/>
            </p:nvSpPr>
            <p:spPr bwMode="auto">
              <a:xfrm>
                <a:off x="1286" y="41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4" name="Rectangle 1077"/>
              <p:cNvSpPr>
                <a:spLocks noChangeArrowheads="1"/>
              </p:cNvSpPr>
              <p:nvPr/>
            </p:nvSpPr>
            <p:spPr bwMode="auto">
              <a:xfrm>
                <a:off x="1171" y="41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5" name="Rectangle 1078"/>
              <p:cNvSpPr>
                <a:spLocks noChangeArrowheads="1"/>
              </p:cNvSpPr>
              <p:nvPr/>
            </p:nvSpPr>
            <p:spPr bwMode="auto">
              <a:xfrm>
                <a:off x="1056" y="41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6" name="Rectangle 1079"/>
              <p:cNvSpPr>
                <a:spLocks noChangeArrowheads="1"/>
              </p:cNvSpPr>
              <p:nvPr/>
            </p:nvSpPr>
            <p:spPr bwMode="auto">
              <a:xfrm>
                <a:off x="1401" y="28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7" name="Rectangle 1080"/>
              <p:cNvSpPr>
                <a:spLocks noChangeArrowheads="1"/>
              </p:cNvSpPr>
              <p:nvPr/>
            </p:nvSpPr>
            <p:spPr bwMode="auto">
              <a:xfrm>
                <a:off x="1286" y="28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8" name="Rectangle 1081"/>
              <p:cNvSpPr>
                <a:spLocks noChangeArrowheads="1"/>
              </p:cNvSpPr>
              <p:nvPr/>
            </p:nvSpPr>
            <p:spPr bwMode="auto">
              <a:xfrm>
                <a:off x="1171" y="28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89" name="Rectangle 1082"/>
              <p:cNvSpPr>
                <a:spLocks noChangeArrowheads="1"/>
              </p:cNvSpPr>
              <p:nvPr/>
            </p:nvSpPr>
            <p:spPr bwMode="auto">
              <a:xfrm>
                <a:off x="1056" y="28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90" name="Rectangle 1083"/>
              <p:cNvSpPr>
                <a:spLocks noChangeArrowheads="1"/>
              </p:cNvSpPr>
              <p:nvPr/>
            </p:nvSpPr>
            <p:spPr bwMode="auto">
              <a:xfrm>
                <a:off x="1401" y="14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91" name="Rectangle 1084"/>
              <p:cNvSpPr>
                <a:spLocks noChangeArrowheads="1"/>
              </p:cNvSpPr>
              <p:nvPr/>
            </p:nvSpPr>
            <p:spPr bwMode="auto">
              <a:xfrm>
                <a:off x="1286" y="14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92" name="Rectangle 1085"/>
              <p:cNvSpPr>
                <a:spLocks noChangeArrowheads="1"/>
              </p:cNvSpPr>
              <p:nvPr/>
            </p:nvSpPr>
            <p:spPr bwMode="auto">
              <a:xfrm>
                <a:off x="1171" y="14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93" name="Rectangle 1086"/>
              <p:cNvSpPr>
                <a:spLocks noChangeArrowheads="1"/>
              </p:cNvSpPr>
              <p:nvPr/>
            </p:nvSpPr>
            <p:spPr bwMode="auto">
              <a:xfrm>
                <a:off x="1056" y="14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94" name="Line 1087"/>
              <p:cNvSpPr>
                <a:spLocks noChangeShapeType="1"/>
              </p:cNvSpPr>
              <p:nvPr/>
            </p:nvSpPr>
            <p:spPr bwMode="auto">
              <a:xfrm>
                <a:off x="1056" y="280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5" name="Line 1088"/>
              <p:cNvSpPr>
                <a:spLocks noChangeShapeType="1"/>
              </p:cNvSpPr>
              <p:nvPr/>
            </p:nvSpPr>
            <p:spPr bwMode="auto">
              <a:xfrm>
                <a:off x="1056" y="417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6" name="Line 1089"/>
              <p:cNvSpPr>
                <a:spLocks noChangeShapeType="1"/>
              </p:cNvSpPr>
              <p:nvPr/>
            </p:nvSpPr>
            <p:spPr bwMode="auto">
              <a:xfrm>
                <a:off x="1056" y="553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7" name="Line 1090"/>
              <p:cNvSpPr>
                <a:spLocks noChangeShapeType="1"/>
              </p:cNvSpPr>
              <p:nvPr/>
            </p:nvSpPr>
            <p:spPr bwMode="auto">
              <a:xfrm>
                <a:off x="1171" y="14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8" name="Line 1091"/>
              <p:cNvSpPr>
                <a:spLocks noChangeShapeType="1"/>
              </p:cNvSpPr>
              <p:nvPr/>
            </p:nvSpPr>
            <p:spPr bwMode="auto">
              <a:xfrm>
                <a:off x="1286" y="14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9" name="Line 1092"/>
              <p:cNvSpPr>
                <a:spLocks noChangeShapeType="1"/>
              </p:cNvSpPr>
              <p:nvPr/>
            </p:nvSpPr>
            <p:spPr bwMode="auto">
              <a:xfrm>
                <a:off x="1401" y="14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0" name="Line 1093"/>
              <p:cNvSpPr>
                <a:spLocks noChangeShapeType="1"/>
              </p:cNvSpPr>
              <p:nvPr/>
            </p:nvSpPr>
            <p:spPr bwMode="auto">
              <a:xfrm>
                <a:off x="1056" y="144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1" name="Line 1094"/>
              <p:cNvSpPr>
                <a:spLocks noChangeShapeType="1"/>
              </p:cNvSpPr>
              <p:nvPr/>
            </p:nvSpPr>
            <p:spPr bwMode="auto">
              <a:xfrm>
                <a:off x="1056" y="14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2" name="Line 1095"/>
              <p:cNvSpPr>
                <a:spLocks noChangeShapeType="1"/>
              </p:cNvSpPr>
              <p:nvPr/>
            </p:nvSpPr>
            <p:spPr bwMode="auto">
              <a:xfrm>
                <a:off x="1516" y="14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3" name="Line 1096"/>
              <p:cNvSpPr>
                <a:spLocks noChangeShapeType="1"/>
              </p:cNvSpPr>
              <p:nvPr/>
            </p:nvSpPr>
            <p:spPr bwMode="auto">
              <a:xfrm>
                <a:off x="1056" y="689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4" name="Oval 1097"/>
              <p:cNvSpPr>
                <a:spLocks noChangeArrowheads="1"/>
              </p:cNvSpPr>
              <p:nvPr/>
            </p:nvSpPr>
            <p:spPr bwMode="auto">
              <a:xfrm>
                <a:off x="1301" y="1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108" name="Group 1246"/>
          <p:cNvGrpSpPr>
            <a:grpSpLocks/>
          </p:cNvGrpSpPr>
          <p:nvPr/>
        </p:nvGrpSpPr>
        <p:grpSpPr bwMode="auto">
          <a:xfrm>
            <a:off x="1332846" y="2471106"/>
            <a:ext cx="1670050" cy="1381125"/>
            <a:chOff x="96" y="1499"/>
            <a:chExt cx="1052" cy="870"/>
          </a:xfrm>
        </p:grpSpPr>
        <p:sp>
          <p:nvSpPr>
            <p:cNvPr id="109" name="Line 121"/>
            <p:cNvSpPr>
              <a:spLocks noChangeShapeType="1"/>
            </p:cNvSpPr>
            <p:nvPr/>
          </p:nvSpPr>
          <p:spPr bwMode="auto">
            <a:xfrm flipH="1">
              <a:off x="206" y="1499"/>
              <a:ext cx="942" cy="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10" name="Group 1130"/>
            <p:cNvGrpSpPr>
              <a:grpSpLocks/>
            </p:cNvGrpSpPr>
            <p:nvPr/>
          </p:nvGrpSpPr>
          <p:grpSpPr bwMode="auto">
            <a:xfrm>
              <a:off x="96" y="1824"/>
              <a:ext cx="460" cy="545"/>
              <a:chOff x="96" y="1824"/>
              <a:chExt cx="460" cy="545"/>
            </a:xfrm>
          </p:grpSpPr>
          <p:sp>
            <p:nvSpPr>
              <p:cNvPr id="111" name="Rectangle 1101"/>
              <p:cNvSpPr>
                <a:spLocks noChangeArrowheads="1"/>
              </p:cNvSpPr>
              <p:nvPr/>
            </p:nvSpPr>
            <p:spPr bwMode="auto">
              <a:xfrm>
                <a:off x="441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2" name="Rectangle 1102"/>
              <p:cNvSpPr>
                <a:spLocks noChangeArrowheads="1"/>
              </p:cNvSpPr>
              <p:nvPr/>
            </p:nvSpPr>
            <p:spPr bwMode="auto">
              <a:xfrm>
                <a:off x="326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3" name="Rectangle 1103"/>
              <p:cNvSpPr>
                <a:spLocks noChangeArrowheads="1"/>
              </p:cNvSpPr>
              <p:nvPr/>
            </p:nvSpPr>
            <p:spPr bwMode="auto">
              <a:xfrm>
                <a:off x="211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4" name="Rectangle 1104"/>
              <p:cNvSpPr>
                <a:spLocks noChangeArrowheads="1"/>
              </p:cNvSpPr>
              <p:nvPr/>
            </p:nvSpPr>
            <p:spPr bwMode="auto">
              <a:xfrm>
                <a:off x="96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5" name="Rectangle 1105"/>
              <p:cNvSpPr>
                <a:spLocks noChangeArrowheads="1"/>
              </p:cNvSpPr>
              <p:nvPr/>
            </p:nvSpPr>
            <p:spPr bwMode="auto">
              <a:xfrm>
                <a:off x="441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6" name="Rectangle 1106"/>
              <p:cNvSpPr>
                <a:spLocks noChangeArrowheads="1"/>
              </p:cNvSpPr>
              <p:nvPr/>
            </p:nvSpPr>
            <p:spPr bwMode="auto">
              <a:xfrm>
                <a:off x="326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7" name="Rectangle 1107"/>
              <p:cNvSpPr>
                <a:spLocks noChangeArrowheads="1"/>
              </p:cNvSpPr>
              <p:nvPr/>
            </p:nvSpPr>
            <p:spPr bwMode="auto">
              <a:xfrm>
                <a:off x="211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8" name="Rectangle 1108"/>
              <p:cNvSpPr>
                <a:spLocks noChangeArrowheads="1"/>
              </p:cNvSpPr>
              <p:nvPr/>
            </p:nvSpPr>
            <p:spPr bwMode="auto">
              <a:xfrm>
                <a:off x="96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19" name="Rectangle 1109"/>
              <p:cNvSpPr>
                <a:spLocks noChangeArrowheads="1"/>
              </p:cNvSpPr>
              <p:nvPr/>
            </p:nvSpPr>
            <p:spPr bwMode="auto">
              <a:xfrm>
                <a:off x="441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0" name="Rectangle 1110"/>
              <p:cNvSpPr>
                <a:spLocks noChangeArrowheads="1"/>
              </p:cNvSpPr>
              <p:nvPr/>
            </p:nvSpPr>
            <p:spPr bwMode="auto">
              <a:xfrm>
                <a:off x="326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1" name="Rectangle 1111"/>
              <p:cNvSpPr>
                <a:spLocks noChangeArrowheads="1"/>
              </p:cNvSpPr>
              <p:nvPr/>
            </p:nvSpPr>
            <p:spPr bwMode="auto">
              <a:xfrm>
                <a:off x="211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2" name="Rectangle 1112"/>
              <p:cNvSpPr>
                <a:spLocks noChangeArrowheads="1"/>
              </p:cNvSpPr>
              <p:nvPr/>
            </p:nvSpPr>
            <p:spPr bwMode="auto">
              <a:xfrm>
                <a:off x="96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3" name="Rectangle 1113"/>
              <p:cNvSpPr>
                <a:spLocks noChangeArrowheads="1"/>
              </p:cNvSpPr>
              <p:nvPr/>
            </p:nvSpPr>
            <p:spPr bwMode="auto">
              <a:xfrm>
                <a:off x="441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4" name="Rectangle 1114"/>
              <p:cNvSpPr>
                <a:spLocks noChangeArrowheads="1"/>
              </p:cNvSpPr>
              <p:nvPr/>
            </p:nvSpPr>
            <p:spPr bwMode="auto">
              <a:xfrm>
                <a:off x="326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5" name="Rectangle 1115"/>
              <p:cNvSpPr>
                <a:spLocks noChangeArrowheads="1"/>
              </p:cNvSpPr>
              <p:nvPr/>
            </p:nvSpPr>
            <p:spPr bwMode="auto">
              <a:xfrm>
                <a:off x="211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6" name="Rectangle 1116"/>
              <p:cNvSpPr>
                <a:spLocks noChangeArrowheads="1"/>
              </p:cNvSpPr>
              <p:nvPr/>
            </p:nvSpPr>
            <p:spPr bwMode="auto">
              <a:xfrm>
                <a:off x="96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27" name="Line 1117"/>
              <p:cNvSpPr>
                <a:spLocks noChangeShapeType="1"/>
              </p:cNvSpPr>
              <p:nvPr/>
            </p:nvSpPr>
            <p:spPr bwMode="auto">
              <a:xfrm>
                <a:off x="96" y="1960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8" name="Line 1118"/>
              <p:cNvSpPr>
                <a:spLocks noChangeShapeType="1"/>
              </p:cNvSpPr>
              <p:nvPr/>
            </p:nvSpPr>
            <p:spPr bwMode="auto">
              <a:xfrm>
                <a:off x="96" y="2097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9" name="Line 1119"/>
              <p:cNvSpPr>
                <a:spLocks noChangeShapeType="1"/>
              </p:cNvSpPr>
              <p:nvPr/>
            </p:nvSpPr>
            <p:spPr bwMode="auto">
              <a:xfrm>
                <a:off x="96" y="2233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0" name="Line 1120"/>
              <p:cNvSpPr>
                <a:spLocks noChangeShapeType="1"/>
              </p:cNvSpPr>
              <p:nvPr/>
            </p:nvSpPr>
            <p:spPr bwMode="auto">
              <a:xfrm>
                <a:off x="211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1" name="Line 1121"/>
              <p:cNvSpPr>
                <a:spLocks noChangeShapeType="1"/>
              </p:cNvSpPr>
              <p:nvPr/>
            </p:nvSpPr>
            <p:spPr bwMode="auto">
              <a:xfrm>
                <a:off x="326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2" name="Line 1122"/>
              <p:cNvSpPr>
                <a:spLocks noChangeShapeType="1"/>
              </p:cNvSpPr>
              <p:nvPr/>
            </p:nvSpPr>
            <p:spPr bwMode="auto">
              <a:xfrm>
                <a:off x="441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3" name="Line 1123"/>
              <p:cNvSpPr>
                <a:spLocks noChangeShapeType="1"/>
              </p:cNvSpPr>
              <p:nvPr/>
            </p:nvSpPr>
            <p:spPr bwMode="auto">
              <a:xfrm>
                <a:off x="96" y="1824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4" name="Line 1124"/>
              <p:cNvSpPr>
                <a:spLocks noChangeShapeType="1"/>
              </p:cNvSpPr>
              <p:nvPr/>
            </p:nvSpPr>
            <p:spPr bwMode="auto">
              <a:xfrm>
                <a:off x="96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5" name="Line 1125"/>
              <p:cNvSpPr>
                <a:spLocks noChangeShapeType="1"/>
              </p:cNvSpPr>
              <p:nvPr/>
            </p:nvSpPr>
            <p:spPr bwMode="auto">
              <a:xfrm>
                <a:off x="556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" name="Line 1126"/>
              <p:cNvSpPr>
                <a:spLocks noChangeShapeType="1"/>
              </p:cNvSpPr>
              <p:nvPr/>
            </p:nvSpPr>
            <p:spPr bwMode="auto">
              <a:xfrm>
                <a:off x="96" y="2369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" name="Oval 1127"/>
              <p:cNvSpPr>
                <a:spLocks noChangeArrowheads="1"/>
              </p:cNvSpPr>
              <p:nvPr/>
            </p:nvSpPr>
            <p:spPr bwMode="auto">
              <a:xfrm>
                <a:off x="108" y="184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38" name="Oval 1129"/>
              <p:cNvSpPr>
                <a:spLocks noChangeArrowheads="1"/>
              </p:cNvSpPr>
              <p:nvPr/>
            </p:nvSpPr>
            <p:spPr bwMode="auto">
              <a:xfrm>
                <a:off x="106" y="1985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139" name="Group 1247"/>
          <p:cNvGrpSpPr>
            <a:grpSpLocks/>
          </p:cNvGrpSpPr>
          <p:nvPr/>
        </p:nvGrpSpPr>
        <p:grpSpPr bwMode="auto">
          <a:xfrm>
            <a:off x="2094846" y="2480631"/>
            <a:ext cx="1060450" cy="1371600"/>
            <a:chOff x="576" y="1505"/>
            <a:chExt cx="668" cy="864"/>
          </a:xfrm>
        </p:grpSpPr>
        <p:sp>
          <p:nvSpPr>
            <p:cNvPr id="140" name="Line 152"/>
            <p:cNvSpPr>
              <a:spLocks noChangeShapeType="1"/>
            </p:cNvSpPr>
            <p:nvPr/>
          </p:nvSpPr>
          <p:spPr bwMode="auto">
            <a:xfrm flipH="1">
              <a:off x="857" y="1505"/>
              <a:ext cx="387" cy="3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41" name="Group 1159"/>
            <p:cNvGrpSpPr>
              <a:grpSpLocks/>
            </p:cNvGrpSpPr>
            <p:nvPr/>
          </p:nvGrpSpPr>
          <p:grpSpPr bwMode="auto">
            <a:xfrm>
              <a:off x="576" y="1824"/>
              <a:ext cx="484" cy="545"/>
              <a:chOff x="600" y="1824"/>
              <a:chExt cx="484" cy="545"/>
            </a:xfrm>
          </p:grpSpPr>
          <p:sp>
            <p:nvSpPr>
              <p:cNvPr id="142" name="Line 3"/>
              <p:cNvSpPr>
                <a:spLocks noChangeShapeType="1"/>
              </p:cNvSpPr>
              <p:nvPr/>
            </p:nvSpPr>
            <p:spPr bwMode="auto">
              <a:xfrm>
                <a:off x="600" y="2016"/>
                <a:ext cx="19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3" name="Rectangle 1131"/>
              <p:cNvSpPr>
                <a:spLocks noChangeArrowheads="1"/>
              </p:cNvSpPr>
              <p:nvPr/>
            </p:nvSpPr>
            <p:spPr bwMode="auto">
              <a:xfrm>
                <a:off x="969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44" name="Rectangle 1132"/>
              <p:cNvSpPr>
                <a:spLocks noChangeArrowheads="1"/>
              </p:cNvSpPr>
              <p:nvPr/>
            </p:nvSpPr>
            <p:spPr bwMode="auto">
              <a:xfrm>
                <a:off x="854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45" name="Rectangle 1133"/>
              <p:cNvSpPr>
                <a:spLocks noChangeArrowheads="1"/>
              </p:cNvSpPr>
              <p:nvPr/>
            </p:nvSpPr>
            <p:spPr bwMode="auto">
              <a:xfrm>
                <a:off x="739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46" name="Rectangle 1134"/>
              <p:cNvSpPr>
                <a:spLocks noChangeArrowheads="1"/>
              </p:cNvSpPr>
              <p:nvPr/>
            </p:nvSpPr>
            <p:spPr bwMode="auto">
              <a:xfrm>
                <a:off x="624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47" name="Rectangle 1135"/>
              <p:cNvSpPr>
                <a:spLocks noChangeArrowheads="1"/>
              </p:cNvSpPr>
              <p:nvPr/>
            </p:nvSpPr>
            <p:spPr bwMode="auto">
              <a:xfrm>
                <a:off x="969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48" name="Rectangle 1136"/>
              <p:cNvSpPr>
                <a:spLocks noChangeArrowheads="1"/>
              </p:cNvSpPr>
              <p:nvPr/>
            </p:nvSpPr>
            <p:spPr bwMode="auto">
              <a:xfrm>
                <a:off x="854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49" name="Rectangle 1137"/>
              <p:cNvSpPr>
                <a:spLocks noChangeArrowheads="1"/>
              </p:cNvSpPr>
              <p:nvPr/>
            </p:nvSpPr>
            <p:spPr bwMode="auto">
              <a:xfrm>
                <a:off x="739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0" name="Rectangle 1138"/>
              <p:cNvSpPr>
                <a:spLocks noChangeArrowheads="1"/>
              </p:cNvSpPr>
              <p:nvPr/>
            </p:nvSpPr>
            <p:spPr bwMode="auto">
              <a:xfrm>
                <a:off x="624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1" name="Rectangle 1139"/>
              <p:cNvSpPr>
                <a:spLocks noChangeArrowheads="1"/>
              </p:cNvSpPr>
              <p:nvPr/>
            </p:nvSpPr>
            <p:spPr bwMode="auto">
              <a:xfrm>
                <a:off x="969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2" name="Rectangle 1140"/>
              <p:cNvSpPr>
                <a:spLocks noChangeArrowheads="1"/>
              </p:cNvSpPr>
              <p:nvPr/>
            </p:nvSpPr>
            <p:spPr bwMode="auto">
              <a:xfrm>
                <a:off x="854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3" name="Rectangle 1141"/>
              <p:cNvSpPr>
                <a:spLocks noChangeArrowheads="1"/>
              </p:cNvSpPr>
              <p:nvPr/>
            </p:nvSpPr>
            <p:spPr bwMode="auto">
              <a:xfrm>
                <a:off x="739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4" name="Rectangle 1142"/>
              <p:cNvSpPr>
                <a:spLocks noChangeArrowheads="1"/>
              </p:cNvSpPr>
              <p:nvPr/>
            </p:nvSpPr>
            <p:spPr bwMode="auto">
              <a:xfrm>
                <a:off x="624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5" name="Rectangle 1143"/>
              <p:cNvSpPr>
                <a:spLocks noChangeArrowheads="1"/>
              </p:cNvSpPr>
              <p:nvPr/>
            </p:nvSpPr>
            <p:spPr bwMode="auto">
              <a:xfrm>
                <a:off x="969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6" name="Rectangle 1144"/>
              <p:cNvSpPr>
                <a:spLocks noChangeArrowheads="1"/>
              </p:cNvSpPr>
              <p:nvPr/>
            </p:nvSpPr>
            <p:spPr bwMode="auto">
              <a:xfrm>
                <a:off x="854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7" name="Rectangle 1145"/>
              <p:cNvSpPr>
                <a:spLocks noChangeArrowheads="1"/>
              </p:cNvSpPr>
              <p:nvPr/>
            </p:nvSpPr>
            <p:spPr bwMode="auto">
              <a:xfrm>
                <a:off x="739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8" name="Rectangle 1146"/>
              <p:cNvSpPr>
                <a:spLocks noChangeArrowheads="1"/>
              </p:cNvSpPr>
              <p:nvPr/>
            </p:nvSpPr>
            <p:spPr bwMode="auto">
              <a:xfrm>
                <a:off x="624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59" name="Line 1147"/>
              <p:cNvSpPr>
                <a:spLocks noChangeShapeType="1"/>
              </p:cNvSpPr>
              <p:nvPr/>
            </p:nvSpPr>
            <p:spPr bwMode="auto">
              <a:xfrm>
                <a:off x="624" y="1960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0" name="Line 1148"/>
              <p:cNvSpPr>
                <a:spLocks noChangeShapeType="1"/>
              </p:cNvSpPr>
              <p:nvPr/>
            </p:nvSpPr>
            <p:spPr bwMode="auto">
              <a:xfrm>
                <a:off x="624" y="2097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1" name="Line 1149"/>
              <p:cNvSpPr>
                <a:spLocks noChangeShapeType="1"/>
              </p:cNvSpPr>
              <p:nvPr/>
            </p:nvSpPr>
            <p:spPr bwMode="auto">
              <a:xfrm>
                <a:off x="624" y="2233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2" name="Line 1150"/>
              <p:cNvSpPr>
                <a:spLocks noChangeShapeType="1"/>
              </p:cNvSpPr>
              <p:nvPr/>
            </p:nvSpPr>
            <p:spPr bwMode="auto">
              <a:xfrm>
                <a:off x="739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3" name="Line 1151"/>
              <p:cNvSpPr>
                <a:spLocks noChangeShapeType="1"/>
              </p:cNvSpPr>
              <p:nvPr/>
            </p:nvSpPr>
            <p:spPr bwMode="auto">
              <a:xfrm>
                <a:off x="854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4" name="Line 1152"/>
              <p:cNvSpPr>
                <a:spLocks noChangeShapeType="1"/>
              </p:cNvSpPr>
              <p:nvPr/>
            </p:nvSpPr>
            <p:spPr bwMode="auto">
              <a:xfrm>
                <a:off x="969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5" name="Line 1153"/>
              <p:cNvSpPr>
                <a:spLocks noChangeShapeType="1"/>
              </p:cNvSpPr>
              <p:nvPr/>
            </p:nvSpPr>
            <p:spPr bwMode="auto">
              <a:xfrm>
                <a:off x="624" y="1824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6" name="Line 1154"/>
              <p:cNvSpPr>
                <a:spLocks noChangeShapeType="1"/>
              </p:cNvSpPr>
              <p:nvPr/>
            </p:nvSpPr>
            <p:spPr bwMode="auto">
              <a:xfrm>
                <a:off x="624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7" name="Line 1155"/>
              <p:cNvSpPr>
                <a:spLocks noChangeShapeType="1"/>
              </p:cNvSpPr>
              <p:nvPr/>
            </p:nvSpPr>
            <p:spPr bwMode="auto">
              <a:xfrm>
                <a:off x="1084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8" name="Line 1156"/>
              <p:cNvSpPr>
                <a:spLocks noChangeShapeType="1"/>
              </p:cNvSpPr>
              <p:nvPr/>
            </p:nvSpPr>
            <p:spPr bwMode="auto">
              <a:xfrm>
                <a:off x="624" y="2369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69" name="Oval 1157"/>
              <p:cNvSpPr>
                <a:spLocks noChangeArrowheads="1"/>
              </p:cNvSpPr>
              <p:nvPr/>
            </p:nvSpPr>
            <p:spPr bwMode="auto">
              <a:xfrm>
                <a:off x="636" y="184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0" name="Oval 1158"/>
              <p:cNvSpPr>
                <a:spLocks noChangeArrowheads="1"/>
              </p:cNvSpPr>
              <p:nvPr/>
            </p:nvSpPr>
            <p:spPr bwMode="auto">
              <a:xfrm>
                <a:off x="757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171" name="Group 1278"/>
          <p:cNvGrpSpPr>
            <a:grpSpLocks/>
          </p:cNvGrpSpPr>
          <p:nvPr/>
        </p:nvGrpSpPr>
        <p:grpSpPr bwMode="auto">
          <a:xfrm>
            <a:off x="3009246" y="2504443"/>
            <a:ext cx="730250" cy="1347788"/>
            <a:chOff x="1152" y="1520"/>
            <a:chExt cx="460" cy="849"/>
          </a:xfrm>
        </p:grpSpPr>
        <p:sp>
          <p:nvSpPr>
            <p:cNvPr id="172" name="Line 183"/>
            <p:cNvSpPr>
              <a:spLocks noChangeShapeType="1"/>
            </p:cNvSpPr>
            <p:nvPr/>
          </p:nvSpPr>
          <p:spPr bwMode="auto">
            <a:xfrm>
              <a:off x="1367" y="1520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73" name="Group 1188"/>
            <p:cNvGrpSpPr>
              <a:grpSpLocks/>
            </p:cNvGrpSpPr>
            <p:nvPr/>
          </p:nvGrpSpPr>
          <p:grpSpPr bwMode="auto">
            <a:xfrm>
              <a:off x="1152" y="1824"/>
              <a:ext cx="460" cy="545"/>
              <a:chOff x="1152" y="1824"/>
              <a:chExt cx="460" cy="545"/>
            </a:xfrm>
          </p:grpSpPr>
          <p:sp>
            <p:nvSpPr>
              <p:cNvPr id="174" name="Rectangle 1160"/>
              <p:cNvSpPr>
                <a:spLocks noChangeArrowheads="1"/>
              </p:cNvSpPr>
              <p:nvPr/>
            </p:nvSpPr>
            <p:spPr bwMode="auto">
              <a:xfrm>
                <a:off x="1497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75" name="Rectangle 1161"/>
              <p:cNvSpPr>
                <a:spLocks noChangeArrowheads="1"/>
              </p:cNvSpPr>
              <p:nvPr/>
            </p:nvSpPr>
            <p:spPr bwMode="auto">
              <a:xfrm>
                <a:off x="1382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76" name="Rectangle 1162"/>
              <p:cNvSpPr>
                <a:spLocks noChangeArrowheads="1"/>
              </p:cNvSpPr>
              <p:nvPr/>
            </p:nvSpPr>
            <p:spPr bwMode="auto">
              <a:xfrm>
                <a:off x="1267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77" name="Rectangle 1163"/>
              <p:cNvSpPr>
                <a:spLocks noChangeArrowheads="1"/>
              </p:cNvSpPr>
              <p:nvPr/>
            </p:nvSpPr>
            <p:spPr bwMode="auto">
              <a:xfrm>
                <a:off x="1152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78" name="Rectangle 1164"/>
              <p:cNvSpPr>
                <a:spLocks noChangeArrowheads="1"/>
              </p:cNvSpPr>
              <p:nvPr/>
            </p:nvSpPr>
            <p:spPr bwMode="auto">
              <a:xfrm>
                <a:off x="1497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79" name="Rectangle 1165"/>
              <p:cNvSpPr>
                <a:spLocks noChangeArrowheads="1"/>
              </p:cNvSpPr>
              <p:nvPr/>
            </p:nvSpPr>
            <p:spPr bwMode="auto">
              <a:xfrm>
                <a:off x="1382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0" name="Rectangle 1166"/>
              <p:cNvSpPr>
                <a:spLocks noChangeArrowheads="1"/>
              </p:cNvSpPr>
              <p:nvPr/>
            </p:nvSpPr>
            <p:spPr bwMode="auto">
              <a:xfrm>
                <a:off x="1267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1" name="Rectangle 1167"/>
              <p:cNvSpPr>
                <a:spLocks noChangeArrowheads="1"/>
              </p:cNvSpPr>
              <p:nvPr/>
            </p:nvSpPr>
            <p:spPr bwMode="auto">
              <a:xfrm>
                <a:off x="1152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2" name="Rectangle 1168"/>
              <p:cNvSpPr>
                <a:spLocks noChangeArrowheads="1"/>
              </p:cNvSpPr>
              <p:nvPr/>
            </p:nvSpPr>
            <p:spPr bwMode="auto">
              <a:xfrm>
                <a:off x="1497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3" name="Rectangle 1169"/>
              <p:cNvSpPr>
                <a:spLocks noChangeArrowheads="1"/>
              </p:cNvSpPr>
              <p:nvPr/>
            </p:nvSpPr>
            <p:spPr bwMode="auto">
              <a:xfrm>
                <a:off x="1382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4" name="Rectangle 1170"/>
              <p:cNvSpPr>
                <a:spLocks noChangeArrowheads="1"/>
              </p:cNvSpPr>
              <p:nvPr/>
            </p:nvSpPr>
            <p:spPr bwMode="auto">
              <a:xfrm>
                <a:off x="1267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5" name="Rectangle 1171"/>
              <p:cNvSpPr>
                <a:spLocks noChangeArrowheads="1"/>
              </p:cNvSpPr>
              <p:nvPr/>
            </p:nvSpPr>
            <p:spPr bwMode="auto">
              <a:xfrm>
                <a:off x="1152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6" name="Rectangle 1172"/>
              <p:cNvSpPr>
                <a:spLocks noChangeArrowheads="1"/>
              </p:cNvSpPr>
              <p:nvPr/>
            </p:nvSpPr>
            <p:spPr bwMode="auto">
              <a:xfrm>
                <a:off x="1497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7" name="Rectangle 1173"/>
              <p:cNvSpPr>
                <a:spLocks noChangeArrowheads="1"/>
              </p:cNvSpPr>
              <p:nvPr/>
            </p:nvSpPr>
            <p:spPr bwMode="auto">
              <a:xfrm>
                <a:off x="1382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8" name="Rectangle 1174"/>
              <p:cNvSpPr>
                <a:spLocks noChangeArrowheads="1"/>
              </p:cNvSpPr>
              <p:nvPr/>
            </p:nvSpPr>
            <p:spPr bwMode="auto">
              <a:xfrm>
                <a:off x="1267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89" name="Rectangle 1175"/>
              <p:cNvSpPr>
                <a:spLocks noChangeArrowheads="1"/>
              </p:cNvSpPr>
              <p:nvPr/>
            </p:nvSpPr>
            <p:spPr bwMode="auto">
              <a:xfrm>
                <a:off x="1152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190" name="Line 1176"/>
              <p:cNvSpPr>
                <a:spLocks noChangeShapeType="1"/>
              </p:cNvSpPr>
              <p:nvPr/>
            </p:nvSpPr>
            <p:spPr bwMode="auto">
              <a:xfrm>
                <a:off x="1152" y="1960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1" name="Line 1177"/>
              <p:cNvSpPr>
                <a:spLocks noChangeShapeType="1"/>
              </p:cNvSpPr>
              <p:nvPr/>
            </p:nvSpPr>
            <p:spPr bwMode="auto">
              <a:xfrm>
                <a:off x="1152" y="2097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2" name="Line 1178"/>
              <p:cNvSpPr>
                <a:spLocks noChangeShapeType="1"/>
              </p:cNvSpPr>
              <p:nvPr/>
            </p:nvSpPr>
            <p:spPr bwMode="auto">
              <a:xfrm>
                <a:off x="1152" y="2233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3" name="Line 1179"/>
              <p:cNvSpPr>
                <a:spLocks noChangeShapeType="1"/>
              </p:cNvSpPr>
              <p:nvPr/>
            </p:nvSpPr>
            <p:spPr bwMode="auto">
              <a:xfrm>
                <a:off x="1267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" name="Line 1180"/>
              <p:cNvSpPr>
                <a:spLocks noChangeShapeType="1"/>
              </p:cNvSpPr>
              <p:nvPr/>
            </p:nvSpPr>
            <p:spPr bwMode="auto">
              <a:xfrm>
                <a:off x="1382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5" name="Line 1181"/>
              <p:cNvSpPr>
                <a:spLocks noChangeShapeType="1"/>
              </p:cNvSpPr>
              <p:nvPr/>
            </p:nvSpPr>
            <p:spPr bwMode="auto">
              <a:xfrm>
                <a:off x="1497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6" name="Line 1182"/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7" name="Line 1183"/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8" name="Line 1184"/>
              <p:cNvSpPr>
                <a:spLocks noChangeShapeType="1"/>
              </p:cNvSpPr>
              <p:nvPr/>
            </p:nvSpPr>
            <p:spPr bwMode="auto">
              <a:xfrm>
                <a:off x="1612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9" name="Line 1185"/>
              <p:cNvSpPr>
                <a:spLocks noChangeShapeType="1"/>
              </p:cNvSpPr>
              <p:nvPr/>
            </p:nvSpPr>
            <p:spPr bwMode="auto">
              <a:xfrm>
                <a:off x="1152" y="2369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0" name="Oval 1186"/>
              <p:cNvSpPr>
                <a:spLocks noChangeArrowheads="1"/>
              </p:cNvSpPr>
              <p:nvPr/>
            </p:nvSpPr>
            <p:spPr bwMode="auto">
              <a:xfrm>
                <a:off x="1164" y="184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01" name="Oval 1187"/>
              <p:cNvSpPr>
                <a:spLocks noChangeArrowheads="1"/>
              </p:cNvSpPr>
              <p:nvPr/>
            </p:nvSpPr>
            <p:spPr bwMode="auto">
              <a:xfrm>
                <a:off x="1392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202" name="Group 1279"/>
          <p:cNvGrpSpPr>
            <a:grpSpLocks/>
          </p:cNvGrpSpPr>
          <p:nvPr/>
        </p:nvGrpSpPr>
        <p:grpSpPr bwMode="auto">
          <a:xfrm>
            <a:off x="3560109" y="2499681"/>
            <a:ext cx="1811337" cy="1352550"/>
            <a:chOff x="1499" y="1517"/>
            <a:chExt cx="1141" cy="852"/>
          </a:xfrm>
        </p:grpSpPr>
        <p:sp>
          <p:nvSpPr>
            <p:cNvPr id="203" name="Line 214"/>
            <p:cNvSpPr>
              <a:spLocks noChangeShapeType="1"/>
            </p:cNvSpPr>
            <p:nvPr/>
          </p:nvSpPr>
          <p:spPr bwMode="auto">
            <a:xfrm>
              <a:off x="1499" y="1517"/>
              <a:ext cx="708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4" name="Group 1248"/>
            <p:cNvGrpSpPr>
              <a:grpSpLocks/>
            </p:cNvGrpSpPr>
            <p:nvPr/>
          </p:nvGrpSpPr>
          <p:grpSpPr bwMode="auto">
            <a:xfrm>
              <a:off x="2180" y="1824"/>
              <a:ext cx="460" cy="545"/>
              <a:chOff x="2084" y="1824"/>
              <a:chExt cx="460" cy="545"/>
            </a:xfrm>
          </p:grpSpPr>
          <p:sp>
            <p:nvSpPr>
              <p:cNvPr id="205" name="Rectangle 1189"/>
              <p:cNvSpPr>
                <a:spLocks noChangeArrowheads="1"/>
              </p:cNvSpPr>
              <p:nvPr/>
            </p:nvSpPr>
            <p:spPr bwMode="auto">
              <a:xfrm>
                <a:off x="2429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06" name="Rectangle 1190"/>
              <p:cNvSpPr>
                <a:spLocks noChangeArrowheads="1"/>
              </p:cNvSpPr>
              <p:nvPr/>
            </p:nvSpPr>
            <p:spPr bwMode="auto">
              <a:xfrm>
                <a:off x="2314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07" name="Rectangle 1191"/>
              <p:cNvSpPr>
                <a:spLocks noChangeArrowheads="1"/>
              </p:cNvSpPr>
              <p:nvPr/>
            </p:nvSpPr>
            <p:spPr bwMode="auto">
              <a:xfrm>
                <a:off x="2199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08" name="Rectangle 1192"/>
              <p:cNvSpPr>
                <a:spLocks noChangeArrowheads="1"/>
              </p:cNvSpPr>
              <p:nvPr/>
            </p:nvSpPr>
            <p:spPr bwMode="auto">
              <a:xfrm>
                <a:off x="2084" y="2233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09" name="Rectangle 1193"/>
              <p:cNvSpPr>
                <a:spLocks noChangeArrowheads="1"/>
              </p:cNvSpPr>
              <p:nvPr/>
            </p:nvSpPr>
            <p:spPr bwMode="auto">
              <a:xfrm>
                <a:off x="2429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0" name="Rectangle 1194"/>
              <p:cNvSpPr>
                <a:spLocks noChangeArrowheads="1"/>
              </p:cNvSpPr>
              <p:nvPr/>
            </p:nvSpPr>
            <p:spPr bwMode="auto">
              <a:xfrm>
                <a:off x="2314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1" name="Rectangle 1195"/>
              <p:cNvSpPr>
                <a:spLocks noChangeArrowheads="1"/>
              </p:cNvSpPr>
              <p:nvPr/>
            </p:nvSpPr>
            <p:spPr bwMode="auto">
              <a:xfrm>
                <a:off x="2199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2" name="Rectangle 1196"/>
              <p:cNvSpPr>
                <a:spLocks noChangeArrowheads="1"/>
              </p:cNvSpPr>
              <p:nvPr/>
            </p:nvSpPr>
            <p:spPr bwMode="auto">
              <a:xfrm>
                <a:off x="2084" y="209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3" name="Rectangle 1197"/>
              <p:cNvSpPr>
                <a:spLocks noChangeArrowheads="1"/>
              </p:cNvSpPr>
              <p:nvPr/>
            </p:nvSpPr>
            <p:spPr bwMode="auto">
              <a:xfrm>
                <a:off x="2429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4" name="Rectangle 1198"/>
              <p:cNvSpPr>
                <a:spLocks noChangeArrowheads="1"/>
              </p:cNvSpPr>
              <p:nvPr/>
            </p:nvSpPr>
            <p:spPr bwMode="auto">
              <a:xfrm>
                <a:off x="2314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5" name="Rectangle 1199"/>
              <p:cNvSpPr>
                <a:spLocks noChangeArrowheads="1"/>
              </p:cNvSpPr>
              <p:nvPr/>
            </p:nvSpPr>
            <p:spPr bwMode="auto">
              <a:xfrm>
                <a:off x="2199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6" name="Rectangle 1200"/>
              <p:cNvSpPr>
                <a:spLocks noChangeArrowheads="1"/>
              </p:cNvSpPr>
              <p:nvPr/>
            </p:nvSpPr>
            <p:spPr bwMode="auto">
              <a:xfrm>
                <a:off x="2084" y="1960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7" name="Rectangle 1201"/>
              <p:cNvSpPr>
                <a:spLocks noChangeArrowheads="1"/>
              </p:cNvSpPr>
              <p:nvPr/>
            </p:nvSpPr>
            <p:spPr bwMode="auto">
              <a:xfrm>
                <a:off x="2429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8" name="Rectangle 1202"/>
              <p:cNvSpPr>
                <a:spLocks noChangeArrowheads="1"/>
              </p:cNvSpPr>
              <p:nvPr/>
            </p:nvSpPr>
            <p:spPr bwMode="auto">
              <a:xfrm>
                <a:off x="2314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19" name="Rectangle 1203"/>
              <p:cNvSpPr>
                <a:spLocks noChangeArrowheads="1"/>
              </p:cNvSpPr>
              <p:nvPr/>
            </p:nvSpPr>
            <p:spPr bwMode="auto">
              <a:xfrm>
                <a:off x="2199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20" name="Rectangle 1204"/>
              <p:cNvSpPr>
                <a:spLocks noChangeArrowheads="1"/>
              </p:cNvSpPr>
              <p:nvPr/>
            </p:nvSpPr>
            <p:spPr bwMode="auto">
              <a:xfrm>
                <a:off x="2084" y="1824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221" name="Line 1205"/>
              <p:cNvSpPr>
                <a:spLocks noChangeShapeType="1"/>
              </p:cNvSpPr>
              <p:nvPr/>
            </p:nvSpPr>
            <p:spPr bwMode="auto">
              <a:xfrm>
                <a:off x="2084" y="1960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2" name="Line 1206"/>
              <p:cNvSpPr>
                <a:spLocks noChangeShapeType="1"/>
              </p:cNvSpPr>
              <p:nvPr/>
            </p:nvSpPr>
            <p:spPr bwMode="auto">
              <a:xfrm>
                <a:off x="2084" y="2097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3" name="Line 1207"/>
              <p:cNvSpPr>
                <a:spLocks noChangeShapeType="1"/>
              </p:cNvSpPr>
              <p:nvPr/>
            </p:nvSpPr>
            <p:spPr bwMode="auto">
              <a:xfrm>
                <a:off x="2084" y="2233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4" name="Line 1208"/>
              <p:cNvSpPr>
                <a:spLocks noChangeShapeType="1"/>
              </p:cNvSpPr>
              <p:nvPr/>
            </p:nvSpPr>
            <p:spPr bwMode="auto">
              <a:xfrm>
                <a:off x="2199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" name="Line 1209"/>
              <p:cNvSpPr>
                <a:spLocks noChangeShapeType="1"/>
              </p:cNvSpPr>
              <p:nvPr/>
            </p:nvSpPr>
            <p:spPr bwMode="auto">
              <a:xfrm>
                <a:off x="2314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" name="Line 1210"/>
              <p:cNvSpPr>
                <a:spLocks noChangeShapeType="1"/>
              </p:cNvSpPr>
              <p:nvPr/>
            </p:nvSpPr>
            <p:spPr bwMode="auto">
              <a:xfrm>
                <a:off x="2429" y="1824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" name="Line 1211"/>
              <p:cNvSpPr>
                <a:spLocks noChangeShapeType="1"/>
              </p:cNvSpPr>
              <p:nvPr/>
            </p:nvSpPr>
            <p:spPr bwMode="auto">
              <a:xfrm>
                <a:off x="2084" y="1824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8" name="Line 1212"/>
              <p:cNvSpPr>
                <a:spLocks noChangeShapeType="1"/>
              </p:cNvSpPr>
              <p:nvPr/>
            </p:nvSpPr>
            <p:spPr bwMode="auto">
              <a:xfrm>
                <a:off x="2084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9" name="Line 1213"/>
              <p:cNvSpPr>
                <a:spLocks noChangeShapeType="1"/>
              </p:cNvSpPr>
              <p:nvPr/>
            </p:nvSpPr>
            <p:spPr bwMode="auto">
              <a:xfrm>
                <a:off x="2544" y="1824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0" name="Line 1214"/>
              <p:cNvSpPr>
                <a:spLocks noChangeShapeType="1"/>
              </p:cNvSpPr>
              <p:nvPr/>
            </p:nvSpPr>
            <p:spPr bwMode="auto">
              <a:xfrm>
                <a:off x="2084" y="2369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1" name="Oval 1215"/>
              <p:cNvSpPr>
                <a:spLocks noChangeArrowheads="1"/>
              </p:cNvSpPr>
              <p:nvPr/>
            </p:nvSpPr>
            <p:spPr bwMode="auto">
              <a:xfrm>
                <a:off x="2096" y="184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32" name="Oval 1216"/>
              <p:cNvSpPr>
                <a:spLocks noChangeArrowheads="1"/>
              </p:cNvSpPr>
              <p:nvPr/>
            </p:nvSpPr>
            <p:spPr bwMode="auto">
              <a:xfrm>
                <a:off x="2448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233" name="Group 1608"/>
          <p:cNvGrpSpPr>
            <a:grpSpLocks/>
          </p:cNvGrpSpPr>
          <p:nvPr/>
        </p:nvGrpSpPr>
        <p:grpSpPr bwMode="auto">
          <a:xfrm>
            <a:off x="1256646" y="3852231"/>
            <a:ext cx="1898650" cy="1447800"/>
            <a:chOff x="48" y="2369"/>
            <a:chExt cx="1196" cy="912"/>
          </a:xfrm>
        </p:grpSpPr>
        <p:sp>
          <p:nvSpPr>
            <p:cNvPr id="234" name="Line 473"/>
            <p:cNvSpPr>
              <a:spLocks noChangeShapeType="1"/>
            </p:cNvSpPr>
            <p:nvPr/>
          </p:nvSpPr>
          <p:spPr bwMode="auto">
            <a:xfrm flipH="1">
              <a:off x="321" y="2369"/>
              <a:ext cx="923" cy="3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35" name="Group 1607"/>
            <p:cNvGrpSpPr>
              <a:grpSpLocks/>
            </p:cNvGrpSpPr>
            <p:nvPr/>
          </p:nvGrpSpPr>
          <p:grpSpPr bwMode="auto">
            <a:xfrm>
              <a:off x="48" y="2736"/>
              <a:ext cx="460" cy="545"/>
              <a:chOff x="48" y="2736"/>
              <a:chExt cx="460" cy="545"/>
            </a:xfrm>
          </p:grpSpPr>
          <p:grpSp>
            <p:nvGrpSpPr>
              <p:cNvPr id="236" name="Group 1280"/>
              <p:cNvGrpSpPr>
                <a:grpSpLocks/>
              </p:cNvGrpSpPr>
              <p:nvPr/>
            </p:nvGrpSpPr>
            <p:grpSpPr bwMode="auto">
              <a:xfrm>
                <a:off x="48" y="2736"/>
                <a:ext cx="460" cy="545"/>
                <a:chOff x="1152" y="1824"/>
                <a:chExt cx="460" cy="545"/>
              </a:xfrm>
            </p:grpSpPr>
            <p:sp>
              <p:nvSpPr>
                <p:cNvPr id="238" name="Rectangle 1281"/>
                <p:cNvSpPr>
                  <a:spLocks noChangeArrowheads="1"/>
                </p:cNvSpPr>
                <p:nvPr/>
              </p:nvSpPr>
              <p:spPr bwMode="auto">
                <a:xfrm>
                  <a:off x="149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39" name="Rectangle 1282"/>
                <p:cNvSpPr>
                  <a:spLocks noChangeArrowheads="1"/>
                </p:cNvSpPr>
                <p:nvPr/>
              </p:nvSpPr>
              <p:spPr bwMode="auto">
                <a:xfrm>
                  <a:off x="138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0" name="Rectangle 1283"/>
                <p:cNvSpPr>
                  <a:spLocks noChangeArrowheads="1"/>
                </p:cNvSpPr>
                <p:nvPr/>
              </p:nvSpPr>
              <p:spPr bwMode="auto">
                <a:xfrm>
                  <a:off x="126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1" name="Rectangle 1284"/>
                <p:cNvSpPr>
                  <a:spLocks noChangeArrowheads="1"/>
                </p:cNvSpPr>
                <p:nvPr/>
              </p:nvSpPr>
              <p:spPr bwMode="auto">
                <a:xfrm>
                  <a:off x="115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2" name="Rectangle 1285"/>
                <p:cNvSpPr>
                  <a:spLocks noChangeArrowheads="1"/>
                </p:cNvSpPr>
                <p:nvPr/>
              </p:nvSpPr>
              <p:spPr bwMode="auto">
                <a:xfrm>
                  <a:off x="149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3" name="Rectangle 1286"/>
                <p:cNvSpPr>
                  <a:spLocks noChangeArrowheads="1"/>
                </p:cNvSpPr>
                <p:nvPr/>
              </p:nvSpPr>
              <p:spPr bwMode="auto">
                <a:xfrm>
                  <a:off x="138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4" name="Rectangle 1287"/>
                <p:cNvSpPr>
                  <a:spLocks noChangeArrowheads="1"/>
                </p:cNvSpPr>
                <p:nvPr/>
              </p:nvSpPr>
              <p:spPr bwMode="auto">
                <a:xfrm>
                  <a:off x="126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5" name="Rectangle 1288"/>
                <p:cNvSpPr>
                  <a:spLocks noChangeArrowheads="1"/>
                </p:cNvSpPr>
                <p:nvPr/>
              </p:nvSpPr>
              <p:spPr bwMode="auto">
                <a:xfrm>
                  <a:off x="115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6" name="Rectangle 1289"/>
                <p:cNvSpPr>
                  <a:spLocks noChangeArrowheads="1"/>
                </p:cNvSpPr>
                <p:nvPr/>
              </p:nvSpPr>
              <p:spPr bwMode="auto">
                <a:xfrm>
                  <a:off x="149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7" name="Rectangle 1290"/>
                <p:cNvSpPr>
                  <a:spLocks noChangeArrowheads="1"/>
                </p:cNvSpPr>
                <p:nvPr/>
              </p:nvSpPr>
              <p:spPr bwMode="auto">
                <a:xfrm>
                  <a:off x="138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8" name="Rectangle 1291"/>
                <p:cNvSpPr>
                  <a:spLocks noChangeArrowheads="1"/>
                </p:cNvSpPr>
                <p:nvPr/>
              </p:nvSpPr>
              <p:spPr bwMode="auto">
                <a:xfrm>
                  <a:off x="126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49" name="Rectangle 1292"/>
                <p:cNvSpPr>
                  <a:spLocks noChangeArrowheads="1"/>
                </p:cNvSpPr>
                <p:nvPr/>
              </p:nvSpPr>
              <p:spPr bwMode="auto">
                <a:xfrm>
                  <a:off x="115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50" name="Rectangle 1293"/>
                <p:cNvSpPr>
                  <a:spLocks noChangeArrowheads="1"/>
                </p:cNvSpPr>
                <p:nvPr/>
              </p:nvSpPr>
              <p:spPr bwMode="auto">
                <a:xfrm>
                  <a:off x="149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51" name="Rectangle 1294"/>
                <p:cNvSpPr>
                  <a:spLocks noChangeArrowheads="1"/>
                </p:cNvSpPr>
                <p:nvPr/>
              </p:nvSpPr>
              <p:spPr bwMode="auto">
                <a:xfrm>
                  <a:off x="138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52" name="Rectangle 1295"/>
                <p:cNvSpPr>
                  <a:spLocks noChangeArrowheads="1"/>
                </p:cNvSpPr>
                <p:nvPr/>
              </p:nvSpPr>
              <p:spPr bwMode="auto">
                <a:xfrm>
                  <a:off x="126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53" name="Rectangle 1296"/>
                <p:cNvSpPr>
                  <a:spLocks noChangeArrowheads="1"/>
                </p:cNvSpPr>
                <p:nvPr/>
              </p:nvSpPr>
              <p:spPr bwMode="auto">
                <a:xfrm>
                  <a:off x="115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54" name="Line 1297"/>
                <p:cNvSpPr>
                  <a:spLocks noChangeShapeType="1"/>
                </p:cNvSpPr>
                <p:nvPr/>
              </p:nvSpPr>
              <p:spPr bwMode="auto">
                <a:xfrm>
                  <a:off x="1152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Line 1298"/>
                <p:cNvSpPr>
                  <a:spLocks noChangeShapeType="1"/>
                </p:cNvSpPr>
                <p:nvPr/>
              </p:nvSpPr>
              <p:spPr bwMode="auto">
                <a:xfrm>
                  <a:off x="1152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" name="Line 1299"/>
                <p:cNvSpPr>
                  <a:spLocks noChangeShapeType="1"/>
                </p:cNvSpPr>
                <p:nvPr/>
              </p:nvSpPr>
              <p:spPr bwMode="auto">
                <a:xfrm>
                  <a:off x="1152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" name="Line 1300"/>
                <p:cNvSpPr>
                  <a:spLocks noChangeShapeType="1"/>
                </p:cNvSpPr>
                <p:nvPr/>
              </p:nvSpPr>
              <p:spPr bwMode="auto">
                <a:xfrm>
                  <a:off x="126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" name="Line 1301"/>
                <p:cNvSpPr>
                  <a:spLocks noChangeShapeType="1"/>
                </p:cNvSpPr>
                <p:nvPr/>
              </p:nvSpPr>
              <p:spPr bwMode="auto">
                <a:xfrm>
                  <a:off x="1382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" name="Line 1302"/>
                <p:cNvSpPr>
                  <a:spLocks noChangeShapeType="1"/>
                </p:cNvSpPr>
                <p:nvPr/>
              </p:nvSpPr>
              <p:spPr bwMode="auto">
                <a:xfrm>
                  <a:off x="149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" name="Line 1303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" name="Line 1304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" name="Line 1305"/>
                <p:cNvSpPr>
                  <a:spLocks noChangeShapeType="1"/>
                </p:cNvSpPr>
                <p:nvPr/>
              </p:nvSpPr>
              <p:spPr bwMode="auto">
                <a:xfrm>
                  <a:off x="161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" name="Line 1306"/>
                <p:cNvSpPr>
                  <a:spLocks noChangeShapeType="1"/>
                </p:cNvSpPr>
                <p:nvPr/>
              </p:nvSpPr>
              <p:spPr bwMode="auto">
                <a:xfrm>
                  <a:off x="1152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" name="Oval 1307"/>
                <p:cNvSpPr>
                  <a:spLocks noChangeArrowheads="1"/>
                </p:cNvSpPr>
                <p:nvPr/>
              </p:nvSpPr>
              <p:spPr bwMode="auto">
                <a:xfrm>
                  <a:off x="1164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265" name="Oval 1308"/>
                <p:cNvSpPr>
                  <a:spLocks noChangeArrowheads="1"/>
                </p:cNvSpPr>
                <p:nvPr/>
              </p:nvSpPr>
              <p:spPr bwMode="auto">
                <a:xfrm>
                  <a:off x="1392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237" name="Oval 1309"/>
              <p:cNvSpPr>
                <a:spLocks noChangeArrowheads="1"/>
              </p:cNvSpPr>
              <p:nvPr/>
            </p:nvSpPr>
            <p:spPr bwMode="auto">
              <a:xfrm>
                <a:off x="61" y="303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266" name="Group 1610"/>
          <p:cNvGrpSpPr>
            <a:grpSpLocks/>
          </p:cNvGrpSpPr>
          <p:nvPr/>
        </p:nvGrpSpPr>
        <p:grpSpPr bwMode="auto">
          <a:xfrm>
            <a:off x="2094846" y="3861756"/>
            <a:ext cx="1212850" cy="1438275"/>
            <a:chOff x="576" y="2375"/>
            <a:chExt cx="764" cy="906"/>
          </a:xfrm>
        </p:grpSpPr>
        <p:sp>
          <p:nvSpPr>
            <p:cNvPr id="267" name="Line 505"/>
            <p:cNvSpPr>
              <a:spLocks noChangeShapeType="1"/>
            </p:cNvSpPr>
            <p:nvPr/>
          </p:nvSpPr>
          <p:spPr bwMode="auto">
            <a:xfrm flipH="1">
              <a:off x="848" y="2375"/>
              <a:ext cx="492" cy="3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68" name="Group 1609"/>
            <p:cNvGrpSpPr>
              <a:grpSpLocks/>
            </p:cNvGrpSpPr>
            <p:nvPr/>
          </p:nvGrpSpPr>
          <p:grpSpPr bwMode="auto">
            <a:xfrm>
              <a:off x="576" y="2736"/>
              <a:ext cx="460" cy="545"/>
              <a:chOff x="576" y="2736"/>
              <a:chExt cx="460" cy="545"/>
            </a:xfrm>
          </p:grpSpPr>
          <p:grpSp>
            <p:nvGrpSpPr>
              <p:cNvPr id="269" name="Group 1310"/>
              <p:cNvGrpSpPr>
                <a:grpSpLocks/>
              </p:cNvGrpSpPr>
              <p:nvPr/>
            </p:nvGrpSpPr>
            <p:grpSpPr bwMode="auto">
              <a:xfrm>
                <a:off x="576" y="2736"/>
                <a:ext cx="460" cy="545"/>
                <a:chOff x="1152" y="1824"/>
                <a:chExt cx="460" cy="545"/>
              </a:xfrm>
            </p:grpSpPr>
            <p:sp>
              <p:nvSpPr>
                <p:cNvPr id="271" name="Rectangle 1311"/>
                <p:cNvSpPr>
                  <a:spLocks noChangeArrowheads="1"/>
                </p:cNvSpPr>
                <p:nvPr/>
              </p:nvSpPr>
              <p:spPr bwMode="auto">
                <a:xfrm>
                  <a:off x="149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2" name="Rectangle 1312"/>
                <p:cNvSpPr>
                  <a:spLocks noChangeArrowheads="1"/>
                </p:cNvSpPr>
                <p:nvPr/>
              </p:nvSpPr>
              <p:spPr bwMode="auto">
                <a:xfrm>
                  <a:off x="138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3" name="Rectangle 1313"/>
                <p:cNvSpPr>
                  <a:spLocks noChangeArrowheads="1"/>
                </p:cNvSpPr>
                <p:nvPr/>
              </p:nvSpPr>
              <p:spPr bwMode="auto">
                <a:xfrm>
                  <a:off x="126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4" name="Rectangle 1314"/>
                <p:cNvSpPr>
                  <a:spLocks noChangeArrowheads="1"/>
                </p:cNvSpPr>
                <p:nvPr/>
              </p:nvSpPr>
              <p:spPr bwMode="auto">
                <a:xfrm>
                  <a:off x="115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5" name="Rectangle 1315"/>
                <p:cNvSpPr>
                  <a:spLocks noChangeArrowheads="1"/>
                </p:cNvSpPr>
                <p:nvPr/>
              </p:nvSpPr>
              <p:spPr bwMode="auto">
                <a:xfrm>
                  <a:off x="149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6" name="Rectangle 1316"/>
                <p:cNvSpPr>
                  <a:spLocks noChangeArrowheads="1"/>
                </p:cNvSpPr>
                <p:nvPr/>
              </p:nvSpPr>
              <p:spPr bwMode="auto">
                <a:xfrm>
                  <a:off x="138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7" name="Rectangle 1317"/>
                <p:cNvSpPr>
                  <a:spLocks noChangeArrowheads="1"/>
                </p:cNvSpPr>
                <p:nvPr/>
              </p:nvSpPr>
              <p:spPr bwMode="auto">
                <a:xfrm>
                  <a:off x="126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8" name="Rectangle 1318"/>
                <p:cNvSpPr>
                  <a:spLocks noChangeArrowheads="1"/>
                </p:cNvSpPr>
                <p:nvPr/>
              </p:nvSpPr>
              <p:spPr bwMode="auto">
                <a:xfrm>
                  <a:off x="115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79" name="Rectangle 1319"/>
                <p:cNvSpPr>
                  <a:spLocks noChangeArrowheads="1"/>
                </p:cNvSpPr>
                <p:nvPr/>
              </p:nvSpPr>
              <p:spPr bwMode="auto">
                <a:xfrm>
                  <a:off x="149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0" name="Rectangle 1320"/>
                <p:cNvSpPr>
                  <a:spLocks noChangeArrowheads="1"/>
                </p:cNvSpPr>
                <p:nvPr/>
              </p:nvSpPr>
              <p:spPr bwMode="auto">
                <a:xfrm>
                  <a:off x="138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1" name="Rectangle 1321"/>
                <p:cNvSpPr>
                  <a:spLocks noChangeArrowheads="1"/>
                </p:cNvSpPr>
                <p:nvPr/>
              </p:nvSpPr>
              <p:spPr bwMode="auto">
                <a:xfrm>
                  <a:off x="126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2" name="Rectangle 1322"/>
                <p:cNvSpPr>
                  <a:spLocks noChangeArrowheads="1"/>
                </p:cNvSpPr>
                <p:nvPr/>
              </p:nvSpPr>
              <p:spPr bwMode="auto">
                <a:xfrm>
                  <a:off x="115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3" name="Rectangle 1323"/>
                <p:cNvSpPr>
                  <a:spLocks noChangeArrowheads="1"/>
                </p:cNvSpPr>
                <p:nvPr/>
              </p:nvSpPr>
              <p:spPr bwMode="auto">
                <a:xfrm>
                  <a:off x="149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4" name="Rectangle 1324"/>
                <p:cNvSpPr>
                  <a:spLocks noChangeArrowheads="1"/>
                </p:cNvSpPr>
                <p:nvPr/>
              </p:nvSpPr>
              <p:spPr bwMode="auto">
                <a:xfrm>
                  <a:off x="138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5" name="Rectangle 1325"/>
                <p:cNvSpPr>
                  <a:spLocks noChangeArrowheads="1"/>
                </p:cNvSpPr>
                <p:nvPr/>
              </p:nvSpPr>
              <p:spPr bwMode="auto">
                <a:xfrm>
                  <a:off x="126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6" name="Rectangle 1326"/>
                <p:cNvSpPr>
                  <a:spLocks noChangeArrowheads="1"/>
                </p:cNvSpPr>
                <p:nvPr/>
              </p:nvSpPr>
              <p:spPr bwMode="auto">
                <a:xfrm>
                  <a:off x="115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287" name="Line 1327"/>
                <p:cNvSpPr>
                  <a:spLocks noChangeShapeType="1"/>
                </p:cNvSpPr>
                <p:nvPr/>
              </p:nvSpPr>
              <p:spPr bwMode="auto">
                <a:xfrm>
                  <a:off x="1152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Line 1328"/>
                <p:cNvSpPr>
                  <a:spLocks noChangeShapeType="1"/>
                </p:cNvSpPr>
                <p:nvPr/>
              </p:nvSpPr>
              <p:spPr bwMode="auto">
                <a:xfrm>
                  <a:off x="1152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9" name="Line 1329"/>
                <p:cNvSpPr>
                  <a:spLocks noChangeShapeType="1"/>
                </p:cNvSpPr>
                <p:nvPr/>
              </p:nvSpPr>
              <p:spPr bwMode="auto">
                <a:xfrm>
                  <a:off x="1152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Line 1330"/>
                <p:cNvSpPr>
                  <a:spLocks noChangeShapeType="1"/>
                </p:cNvSpPr>
                <p:nvPr/>
              </p:nvSpPr>
              <p:spPr bwMode="auto">
                <a:xfrm>
                  <a:off x="126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Line 1331"/>
                <p:cNvSpPr>
                  <a:spLocks noChangeShapeType="1"/>
                </p:cNvSpPr>
                <p:nvPr/>
              </p:nvSpPr>
              <p:spPr bwMode="auto">
                <a:xfrm>
                  <a:off x="1382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Line 1332"/>
                <p:cNvSpPr>
                  <a:spLocks noChangeShapeType="1"/>
                </p:cNvSpPr>
                <p:nvPr/>
              </p:nvSpPr>
              <p:spPr bwMode="auto">
                <a:xfrm>
                  <a:off x="149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Line 1333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" name="Line 1334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Line 1335"/>
                <p:cNvSpPr>
                  <a:spLocks noChangeShapeType="1"/>
                </p:cNvSpPr>
                <p:nvPr/>
              </p:nvSpPr>
              <p:spPr bwMode="auto">
                <a:xfrm>
                  <a:off x="161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6" name="Line 1336"/>
                <p:cNvSpPr>
                  <a:spLocks noChangeShapeType="1"/>
                </p:cNvSpPr>
                <p:nvPr/>
              </p:nvSpPr>
              <p:spPr bwMode="auto">
                <a:xfrm>
                  <a:off x="1152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Oval 1337"/>
                <p:cNvSpPr>
                  <a:spLocks noChangeArrowheads="1"/>
                </p:cNvSpPr>
                <p:nvPr/>
              </p:nvSpPr>
              <p:spPr bwMode="auto">
                <a:xfrm>
                  <a:off x="1164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298" name="Oval 1338"/>
                <p:cNvSpPr>
                  <a:spLocks noChangeArrowheads="1"/>
                </p:cNvSpPr>
                <p:nvPr/>
              </p:nvSpPr>
              <p:spPr bwMode="auto">
                <a:xfrm>
                  <a:off x="1392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270" name="Oval 1339"/>
              <p:cNvSpPr>
                <a:spLocks noChangeArrowheads="1"/>
              </p:cNvSpPr>
              <p:nvPr/>
            </p:nvSpPr>
            <p:spPr bwMode="auto">
              <a:xfrm>
                <a:off x="700" y="3028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299" name="Group 1612"/>
          <p:cNvGrpSpPr>
            <a:grpSpLocks/>
          </p:cNvGrpSpPr>
          <p:nvPr/>
        </p:nvGrpSpPr>
        <p:grpSpPr bwMode="auto">
          <a:xfrm>
            <a:off x="2933046" y="3871281"/>
            <a:ext cx="730250" cy="1428750"/>
            <a:chOff x="1104" y="2381"/>
            <a:chExt cx="460" cy="900"/>
          </a:xfrm>
        </p:grpSpPr>
        <p:sp>
          <p:nvSpPr>
            <p:cNvPr id="300" name="Line 537"/>
            <p:cNvSpPr>
              <a:spLocks noChangeShapeType="1"/>
            </p:cNvSpPr>
            <p:nvPr/>
          </p:nvSpPr>
          <p:spPr bwMode="auto">
            <a:xfrm flipH="1">
              <a:off x="1368" y="2381"/>
              <a:ext cx="86" cy="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01" name="Group 1611"/>
            <p:cNvGrpSpPr>
              <a:grpSpLocks/>
            </p:cNvGrpSpPr>
            <p:nvPr/>
          </p:nvGrpSpPr>
          <p:grpSpPr bwMode="auto">
            <a:xfrm>
              <a:off x="1104" y="2736"/>
              <a:ext cx="460" cy="545"/>
              <a:chOff x="1104" y="2736"/>
              <a:chExt cx="460" cy="545"/>
            </a:xfrm>
          </p:grpSpPr>
          <p:grpSp>
            <p:nvGrpSpPr>
              <p:cNvPr id="302" name="Group 1340"/>
              <p:cNvGrpSpPr>
                <a:grpSpLocks/>
              </p:cNvGrpSpPr>
              <p:nvPr/>
            </p:nvGrpSpPr>
            <p:grpSpPr bwMode="auto">
              <a:xfrm>
                <a:off x="1104" y="2736"/>
                <a:ext cx="460" cy="545"/>
                <a:chOff x="1152" y="1824"/>
                <a:chExt cx="460" cy="545"/>
              </a:xfrm>
            </p:grpSpPr>
            <p:sp>
              <p:nvSpPr>
                <p:cNvPr id="304" name="Rectangle 1341"/>
                <p:cNvSpPr>
                  <a:spLocks noChangeArrowheads="1"/>
                </p:cNvSpPr>
                <p:nvPr/>
              </p:nvSpPr>
              <p:spPr bwMode="auto">
                <a:xfrm>
                  <a:off x="149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05" name="Rectangle 1342"/>
                <p:cNvSpPr>
                  <a:spLocks noChangeArrowheads="1"/>
                </p:cNvSpPr>
                <p:nvPr/>
              </p:nvSpPr>
              <p:spPr bwMode="auto">
                <a:xfrm>
                  <a:off x="138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06" name="Rectangle 1343"/>
                <p:cNvSpPr>
                  <a:spLocks noChangeArrowheads="1"/>
                </p:cNvSpPr>
                <p:nvPr/>
              </p:nvSpPr>
              <p:spPr bwMode="auto">
                <a:xfrm>
                  <a:off x="126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07" name="Rectangle 1344"/>
                <p:cNvSpPr>
                  <a:spLocks noChangeArrowheads="1"/>
                </p:cNvSpPr>
                <p:nvPr/>
              </p:nvSpPr>
              <p:spPr bwMode="auto">
                <a:xfrm>
                  <a:off x="115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08" name="Rectangle 1345"/>
                <p:cNvSpPr>
                  <a:spLocks noChangeArrowheads="1"/>
                </p:cNvSpPr>
                <p:nvPr/>
              </p:nvSpPr>
              <p:spPr bwMode="auto">
                <a:xfrm>
                  <a:off x="149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09" name="Rectangle 1346"/>
                <p:cNvSpPr>
                  <a:spLocks noChangeArrowheads="1"/>
                </p:cNvSpPr>
                <p:nvPr/>
              </p:nvSpPr>
              <p:spPr bwMode="auto">
                <a:xfrm>
                  <a:off x="138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0" name="Rectangle 1347"/>
                <p:cNvSpPr>
                  <a:spLocks noChangeArrowheads="1"/>
                </p:cNvSpPr>
                <p:nvPr/>
              </p:nvSpPr>
              <p:spPr bwMode="auto">
                <a:xfrm>
                  <a:off x="126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1" name="Rectangle 1348"/>
                <p:cNvSpPr>
                  <a:spLocks noChangeArrowheads="1"/>
                </p:cNvSpPr>
                <p:nvPr/>
              </p:nvSpPr>
              <p:spPr bwMode="auto">
                <a:xfrm>
                  <a:off x="115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2" name="Rectangle 1349"/>
                <p:cNvSpPr>
                  <a:spLocks noChangeArrowheads="1"/>
                </p:cNvSpPr>
                <p:nvPr/>
              </p:nvSpPr>
              <p:spPr bwMode="auto">
                <a:xfrm>
                  <a:off x="149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3" name="Rectangle 1350"/>
                <p:cNvSpPr>
                  <a:spLocks noChangeArrowheads="1"/>
                </p:cNvSpPr>
                <p:nvPr/>
              </p:nvSpPr>
              <p:spPr bwMode="auto">
                <a:xfrm>
                  <a:off x="138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4" name="Rectangle 1351"/>
                <p:cNvSpPr>
                  <a:spLocks noChangeArrowheads="1"/>
                </p:cNvSpPr>
                <p:nvPr/>
              </p:nvSpPr>
              <p:spPr bwMode="auto">
                <a:xfrm>
                  <a:off x="126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5" name="Rectangle 1352"/>
                <p:cNvSpPr>
                  <a:spLocks noChangeArrowheads="1"/>
                </p:cNvSpPr>
                <p:nvPr/>
              </p:nvSpPr>
              <p:spPr bwMode="auto">
                <a:xfrm>
                  <a:off x="115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6" name="Rectangle 1353"/>
                <p:cNvSpPr>
                  <a:spLocks noChangeArrowheads="1"/>
                </p:cNvSpPr>
                <p:nvPr/>
              </p:nvSpPr>
              <p:spPr bwMode="auto">
                <a:xfrm>
                  <a:off x="149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7" name="Rectangle 1354"/>
                <p:cNvSpPr>
                  <a:spLocks noChangeArrowheads="1"/>
                </p:cNvSpPr>
                <p:nvPr/>
              </p:nvSpPr>
              <p:spPr bwMode="auto">
                <a:xfrm>
                  <a:off x="138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8" name="Rectangle 1355"/>
                <p:cNvSpPr>
                  <a:spLocks noChangeArrowheads="1"/>
                </p:cNvSpPr>
                <p:nvPr/>
              </p:nvSpPr>
              <p:spPr bwMode="auto">
                <a:xfrm>
                  <a:off x="126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19" name="Rectangle 1356"/>
                <p:cNvSpPr>
                  <a:spLocks noChangeArrowheads="1"/>
                </p:cNvSpPr>
                <p:nvPr/>
              </p:nvSpPr>
              <p:spPr bwMode="auto">
                <a:xfrm>
                  <a:off x="115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20" name="Line 1357"/>
                <p:cNvSpPr>
                  <a:spLocks noChangeShapeType="1"/>
                </p:cNvSpPr>
                <p:nvPr/>
              </p:nvSpPr>
              <p:spPr bwMode="auto">
                <a:xfrm>
                  <a:off x="1152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1" name="Line 1358"/>
                <p:cNvSpPr>
                  <a:spLocks noChangeShapeType="1"/>
                </p:cNvSpPr>
                <p:nvPr/>
              </p:nvSpPr>
              <p:spPr bwMode="auto">
                <a:xfrm>
                  <a:off x="1152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2" name="Line 1359"/>
                <p:cNvSpPr>
                  <a:spLocks noChangeShapeType="1"/>
                </p:cNvSpPr>
                <p:nvPr/>
              </p:nvSpPr>
              <p:spPr bwMode="auto">
                <a:xfrm>
                  <a:off x="1152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3" name="Line 1360"/>
                <p:cNvSpPr>
                  <a:spLocks noChangeShapeType="1"/>
                </p:cNvSpPr>
                <p:nvPr/>
              </p:nvSpPr>
              <p:spPr bwMode="auto">
                <a:xfrm>
                  <a:off x="126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4" name="Line 1361"/>
                <p:cNvSpPr>
                  <a:spLocks noChangeShapeType="1"/>
                </p:cNvSpPr>
                <p:nvPr/>
              </p:nvSpPr>
              <p:spPr bwMode="auto">
                <a:xfrm>
                  <a:off x="1382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5" name="Line 1362"/>
                <p:cNvSpPr>
                  <a:spLocks noChangeShapeType="1"/>
                </p:cNvSpPr>
                <p:nvPr/>
              </p:nvSpPr>
              <p:spPr bwMode="auto">
                <a:xfrm>
                  <a:off x="149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6" name="Line 1363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7" name="Line 1364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8" name="Line 1365"/>
                <p:cNvSpPr>
                  <a:spLocks noChangeShapeType="1"/>
                </p:cNvSpPr>
                <p:nvPr/>
              </p:nvSpPr>
              <p:spPr bwMode="auto">
                <a:xfrm>
                  <a:off x="161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9" name="Line 1366"/>
                <p:cNvSpPr>
                  <a:spLocks noChangeShapeType="1"/>
                </p:cNvSpPr>
                <p:nvPr/>
              </p:nvSpPr>
              <p:spPr bwMode="auto">
                <a:xfrm>
                  <a:off x="1152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0" name="Oval 1367"/>
                <p:cNvSpPr>
                  <a:spLocks noChangeArrowheads="1"/>
                </p:cNvSpPr>
                <p:nvPr/>
              </p:nvSpPr>
              <p:spPr bwMode="auto">
                <a:xfrm>
                  <a:off x="1164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1" name="Oval 1368"/>
                <p:cNvSpPr>
                  <a:spLocks noChangeArrowheads="1"/>
                </p:cNvSpPr>
                <p:nvPr/>
              </p:nvSpPr>
              <p:spPr bwMode="auto">
                <a:xfrm>
                  <a:off x="1392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303" name="Oval 1369"/>
              <p:cNvSpPr>
                <a:spLocks noChangeArrowheads="1"/>
              </p:cNvSpPr>
              <p:nvPr/>
            </p:nvSpPr>
            <p:spPr bwMode="auto">
              <a:xfrm>
                <a:off x="1346" y="3030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332" name="Group 1614"/>
          <p:cNvGrpSpPr>
            <a:grpSpLocks/>
          </p:cNvGrpSpPr>
          <p:nvPr/>
        </p:nvGrpSpPr>
        <p:grpSpPr bwMode="auto">
          <a:xfrm>
            <a:off x="3669646" y="3852231"/>
            <a:ext cx="831850" cy="1447800"/>
            <a:chOff x="1568" y="2369"/>
            <a:chExt cx="524" cy="912"/>
          </a:xfrm>
        </p:grpSpPr>
        <p:sp>
          <p:nvSpPr>
            <p:cNvPr id="333" name="Line 569"/>
            <p:cNvSpPr>
              <a:spLocks noChangeShapeType="1"/>
            </p:cNvSpPr>
            <p:nvPr/>
          </p:nvSpPr>
          <p:spPr bwMode="auto">
            <a:xfrm>
              <a:off x="1568" y="2369"/>
              <a:ext cx="327" cy="3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34" name="Group 1613"/>
            <p:cNvGrpSpPr>
              <a:grpSpLocks/>
            </p:cNvGrpSpPr>
            <p:nvPr/>
          </p:nvGrpSpPr>
          <p:grpSpPr bwMode="auto">
            <a:xfrm>
              <a:off x="1632" y="2736"/>
              <a:ext cx="460" cy="545"/>
              <a:chOff x="1632" y="2736"/>
              <a:chExt cx="460" cy="545"/>
            </a:xfrm>
          </p:grpSpPr>
          <p:grpSp>
            <p:nvGrpSpPr>
              <p:cNvPr id="335" name="Group 1217"/>
              <p:cNvGrpSpPr>
                <a:grpSpLocks/>
              </p:cNvGrpSpPr>
              <p:nvPr/>
            </p:nvGrpSpPr>
            <p:grpSpPr bwMode="auto">
              <a:xfrm>
                <a:off x="1632" y="2736"/>
                <a:ext cx="460" cy="545"/>
                <a:chOff x="1152" y="1824"/>
                <a:chExt cx="460" cy="545"/>
              </a:xfrm>
            </p:grpSpPr>
            <p:sp>
              <p:nvSpPr>
                <p:cNvPr id="337" name="Rectangle 1218"/>
                <p:cNvSpPr>
                  <a:spLocks noChangeArrowheads="1"/>
                </p:cNvSpPr>
                <p:nvPr/>
              </p:nvSpPr>
              <p:spPr bwMode="auto">
                <a:xfrm>
                  <a:off x="149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38" name="Rectangle 1219"/>
                <p:cNvSpPr>
                  <a:spLocks noChangeArrowheads="1"/>
                </p:cNvSpPr>
                <p:nvPr/>
              </p:nvSpPr>
              <p:spPr bwMode="auto">
                <a:xfrm>
                  <a:off x="138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39" name="Rectangle 1220"/>
                <p:cNvSpPr>
                  <a:spLocks noChangeArrowheads="1"/>
                </p:cNvSpPr>
                <p:nvPr/>
              </p:nvSpPr>
              <p:spPr bwMode="auto">
                <a:xfrm>
                  <a:off x="1267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0" name="Rectangle 1221"/>
                <p:cNvSpPr>
                  <a:spLocks noChangeArrowheads="1"/>
                </p:cNvSpPr>
                <p:nvPr/>
              </p:nvSpPr>
              <p:spPr bwMode="auto">
                <a:xfrm>
                  <a:off x="1152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1" name="Rectangle 1222"/>
                <p:cNvSpPr>
                  <a:spLocks noChangeArrowheads="1"/>
                </p:cNvSpPr>
                <p:nvPr/>
              </p:nvSpPr>
              <p:spPr bwMode="auto">
                <a:xfrm>
                  <a:off x="149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2" name="Rectangle 1223"/>
                <p:cNvSpPr>
                  <a:spLocks noChangeArrowheads="1"/>
                </p:cNvSpPr>
                <p:nvPr/>
              </p:nvSpPr>
              <p:spPr bwMode="auto">
                <a:xfrm>
                  <a:off x="138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3" name="Rectangle 1224"/>
                <p:cNvSpPr>
                  <a:spLocks noChangeArrowheads="1"/>
                </p:cNvSpPr>
                <p:nvPr/>
              </p:nvSpPr>
              <p:spPr bwMode="auto">
                <a:xfrm>
                  <a:off x="1267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4" name="Rectangle 1225"/>
                <p:cNvSpPr>
                  <a:spLocks noChangeArrowheads="1"/>
                </p:cNvSpPr>
                <p:nvPr/>
              </p:nvSpPr>
              <p:spPr bwMode="auto">
                <a:xfrm>
                  <a:off x="1152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5" name="Rectangle 1226"/>
                <p:cNvSpPr>
                  <a:spLocks noChangeArrowheads="1"/>
                </p:cNvSpPr>
                <p:nvPr/>
              </p:nvSpPr>
              <p:spPr bwMode="auto">
                <a:xfrm>
                  <a:off x="149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6" name="Rectangle 1227"/>
                <p:cNvSpPr>
                  <a:spLocks noChangeArrowheads="1"/>
                </p:cNvSpPr>
                <p:nvPr/>
              </p:nvSpPr>
              <p:spPr bwMode="auto">
                <a:xfrm>
                  <a:off x="138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7" name="Rectangle 1228"/>
                <p:cNvSpPr>
                  <a:spLocks noChangeArrowheads="1"/>
                </p:cNvSpPr>
                <p:nvPr/>
              </p:nvSpPr>
              <p:spPr bwMode="auto">
                <a:xfrm>
                  <a:off x="1267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8" name="Rectangle 1229"/>
                <p:cNvSpPr>
                  <a:spLocks noChangeArrowheads="1"/>
                </p:cNvSpPr>
                <p:nvPr/>
              </p:nvSpPr>
              <p:spPr bwMode="auto">
                <a:xfrm>
                  <a:off x="1152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49" name="Rectangle 1230"/>
                <p:cNvSpPr>
                  <a:spLocks noChangeArrowheads="1"/>
                </p:cNvSpPr>
                <p:nvPr/>
              </p:nvSpPr>
              <p:spPr bwMode="auto">
                <a:xfrm>
                  <a:off x="149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50" name="Rectangle 1231"/>
                <p:cNvSpPr>
                  <a:spLocks noChangeArrowheads="1"/>
                </p:cNvSpPr>
                <p:nvPr/>
              </p:nvSpPr>
              <p:spPr bwMode="auto">
                <a:xfrm>
                  <a:off x="138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51" name="Rectangle 1232"/>
                <p:cNvSpPr>
                  <a:spLocks noChangeArrowheads="1"/>
                </p:cNvSpPr>
                <p:nvPr/>
              </p:nvSpPr>
              <p:spPr bwMode="auto">
                <a:xfrm>
                  <a:off x="1267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52" name="Rectangle 1233"/>
                <p:cNvSpPr>
                  <a:spLocks noChangeArrowheads="1"/>
                </p:cNvSpPr>
                <p:nvPr/>
              </p:nvSpPr>
              <p:spPr bwMode="auto">
                <a:xfrm>
                  <a:off x="1152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53" name="Line 1234"/>
                <p:cNvSpPr>
                  <a:spLocks noChangeShapeType="1"/>
                </p:cNvSpPr>
                <p:nvPr/>
              </p:nvSpPr>
              <p:spPr bwMode="auto">
                <a:xfrm>
                  <a:off x="1152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4" name="Line 1235"/>
                <p:cNvSpPr>
                  <a:spLocks noChangeShapeType="1"/>
                </p:cNvSpPr>
                <p:nvPr/>
              </p:nvSpPr>
              <p:spPr bwMode="auto">
                <a:xfrm>
                  <a:off x="1152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5" name="Line 1236"/>
                <p:cNvSpPr>
                  <a:spLocks noChangeShapeType="1"/>
                </p:cNvSpPr>
                <p:nvPr/>
              </p:nvSpPr>
              <p:spPr bwMode="auto">
                <a:xfrm>
                  <a:off x="1152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6" name="Line 1237"/>
                <p:cNvSpPr>
                  <a:spLocks noChangeShapeType="1"/>
                </p:cNvSpPr>
                <p:nvPr/>
              </p:nvSpPr>
              <p:spPr bwMode="auto">
                <a:xfrm>
                  <a:off x="126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7" name="Line 1238"/>
                <p:cNvSpPr>
                  <a:spLocks noChangeShapeType="1"/>
                </p:cNvSpPr>
                <p:nvPr/>
              </p:nvSpPr>
              <p:spPr bwMode="auto">
                <a:xfrm>
                  <a:off x="1382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8" name="Line 1239"/>
                <p:cNvSpPr>
                  <a:spLocks noChangeShapeType="1"/>
                </p:cNvSpPr>
                <p:nvPr/>
              </p:nvSpPr>
              <p:spPr bwMode="auto">
                <a:xfrm>
                  <a:off x="1497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9" name="Line 1240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0" name="Line 1241"/>
                <p:cNvSpPr>
                  <a:spLocks noChangeShapeType="1"/>
                </p:cNvSpPr>
                <p:nvPr/>
              </p:nvSpPr>
              <p:spPr bwMode="auto">
                <a:xfrm>
                  <a:off x="115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1" name="Line 1242"/>
                <p:cNvSpPr>
                  <a:spLocks noChangeShapeType="1"/>
                </p:cNvSpPr>
                <p:nvPr/>
              </p:nvSpPr>
              <p:spPr bwMode="auto">
                <a:xfrm>
                  <a:off x="1612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2" name="Line 1243"/>
                <p:cNvSpPr>
                  <a:spLocks noChangeShapeType="1"/>
                </p:cNvSpPr>
                <p:nvPr/>
              </p:nvSpPr>
              <p:spPr bwMode="auto">
                <a:xfrm>
                  <a:off x="1152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3" name="Oval 1244"/>
                <p:cNvSpPr>
                  <a:spLocks noChangeArrowheads="1"/>
                </p:cNvSpPr>
                <p:nvPr/>
              </p:nvSpPr>
              <p:spPr bwMode="auto">
                <a:xfrm>
                  <a:off x="1164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64" name="Oval 1245"/>
                <p:cNvSpPr>
                  <a:spLocks noChangeArrowheads="1"/>
                </p:cNvSpPr>
                <p:nvPr/>
              </p:nvSpPr>
              <p:spPr bwMode="auto">
                <a:xfrm>
                  <a:off x="1392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336" name="Oval 1370"/>
              <p:cNvSpPr>
                <a:spLocks noChangeArrowheads="1"/>
              </p:cNvSpPr>
              <p:nvPr/>
            </p:nvSpPr>
            <p:spPr bwMode="auto">
              <a:xfrm>
                <a:off x="1988" y="303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365" name="Group 1470"/>
          <p:cNvGrpSpPr>
            <a:grpSpLocks/>
          </p:cNvGrpSpPr>
          <p:nvPr/>
        </p:nvGrpSpPr>
        <p:grpSpPr bwMode="auto">
          <a:xfrm>
            <a:off x="4641196" y="3847468"/>
            <a:ext cx="730250" cy="1452563"/>
            <a:chOff x="2180" y="2366"/>
            <a:chExt cx="460" cy="915"/>
          </a:xfrm>
        </p:grpSpPr>
        <p:sp>
          <p:nvSpPr>
            <p:cNvPr id="366" name="Line 601"/>
            <p:cNvSpPr>
              <a:spLocks noChangeShapeType="1"/>
            </p:cNvSpPr>
            <p:nvPr/>
          </p:nvSpPr>
          <p:spPr bwMode="auto">
            <a:xfrm>
              <a:off x="2258" y="2366"/>
              <a:ext cx="150" cy="3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67" name="Group 1405"/>
            <p:cNvGrpSpPr>
              <a:grpSpLocks/>
            </p:cNvGrpSpPr>
            <p:nvPr/>
          </p:nvGrpSpPr>
          <p:grpSpPr bwMode="auto">
            <a:xfrm>
              <a:off x="2180" y="2736"/>
              <a:ext cx="460" cy="545"/>
              <a:chOff x="2180" y="2736"/>
              <a:chExt cx="460" cy="545"/>
            </a:xfrm>
          </p:grpSpPr>
          <p:grpSp>
            <p:nvGrpSpPr>
              <p:cNvPr id="368" name="Group 1375"/>
              <p:cNvGrpSpPr>
                <a:grpSpLocks/>
              </p:cNvGrpSpPr>
              <p:nvPr/>
            </p:nvGrpSpPr>
            <p:grpSpPr bwMode="auto">
              <a:xfrm>
                <a:off x="2180" y="2736"/>
                <a:ext cx="460" cy="545"/>
                <a:chOff x="2084" y="1824"/>
                <a:chExt cx="460" cy="545"/>
              </a:xfrm>
            </p:grpSpPr>
            <p:sp>
              <p:nvSpPr>
                <p:cNvPr id="370" name="Rectangle 1376"/>
                <p:cNvSpPr>
                  <a:spLocks noChangeArrowheads="1"/>
                </p:cNvSpPr>
                <p:nvPr/>
              </p:nvSpPr>
              <p:spPr bwMode="auto">
                <a:xfrm>
                  <a:off x="242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1" name="Rectangle 1377"/>
                <p:cNvSpPr>
                  <a:spLocks noChangeArrowheads="1"/>
                </p:cNvSpPr>
                <p:nvPr/>
              </p:nvSpPr>
              <p:spPr bwMode="auto">
                <a:xfrm>
                  <a:off x="231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2" name="Rectangle 1378"/>
                <p:cNvSpPr>
                  <a:spLocks noChangeArrowheads="1"/>
                </p:cNvSpPr>
                <p:nvPr/>
              </p:nvSpPr>
              <p:spPr bwMode="auto">
                <a:xfrm>
                  <a:off x="219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3" name="Rectangle 1379"/>
                <p:cNvSpPr>
                  <a:spLocks noChangeArrowheads="1"/>
                </p:cNvSpPr>
                <p:nvPr/>
              </p:nvSpPr>
              <p:spPr bwMode="auto">
                <a:xfrm>
                  <a:off x="208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4" name="Rectangle 1380"/>
                <p:cNvSpPr>
                  <a:spLocks noChangeArrowheads="1"/>
                </p:cNvSpPr>
                <p:nvPr/>
              </p:nvSpPr>
              <p:spPr bwMode="auto">
                <a:xfrm>
                  <a:off x="242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5" name="Rectangle 1381"/>
                <p:cNvSpPr>
                  <a:spLocks noChangeArrowheads="1"/>
                </p:cNvSpPr>
                <p:nvPr/>
              </p:nvSpPr>
              <p:spPr bwMode="auto">
                <a:xfrm>
                  <a:off x="231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6" name="Rectangle 1382"/>
                <p:cNvSpPr>
                  <a:spLocks noChangeArrowheads="1"/>
                </p:cNvSpPr>
                <p:nvPr/>
              </p:nvSpPr>
              <p:spPr bwMode="auto">
                <a:xfrm>
                  <a:off x="219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7" name="Rectangle 1383"/>
                <p:cNvSpPr>
                  <a:spLocks noChangeArrowheads="1"/>
                </p:cNvSpPr>
                <p:nvPr/>
              </p:nvSpPr>
              <p:spPr bwMode="auto">
                <a:xfrm>
                  <a:off x="208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8" name="Rectangle 1384"/>
                <p:cNvSpPr>
                  <a:spLocks noChangeArrowheads="1"/>
                </p:cNvSpPr>
                <p:nvPr/>
              </p:nvSpPr>
              <p:spPr bwMode="auto">
                <a:xfrm>
                  <a:off x="242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79" name="Rectangle 1385"/>
                <p:cNvSpPr>
                  <a:spLocks noChangeArrowheads="1"/>
                </p:cNvSpPr>
                <p:nvPr/>
              </p:nvSpPr>
              <p:spPr bwMode="auto">
                <a:xfrm>
                  <a:off x="231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0" name="Rectangle 1386"/>
                <p:cNvSpPr>
                  <a:spLocks noChangeArrowheads="1"/>
                </p:cNvSpPr>
                <p:nvPr/>
              </p:nvSpPr>
              <p:spPr bwMode="auto">
                <a:xfrm>
                  <a:off x="219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1" name="Rectangle 1387"/>
                <p:cNvSpPr>
                  <a:spLocks noChangeArrowheads="1"/>
                </p:cNvSpPr>
                <p:nvPr/>
              </p:nvSpPr>
              <p:spPr bwMode="auto">
                <a:xfrm>
                  <a:off x="208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2" name="Rectangle 1388"/>
                <p:cNvSpPr>
                  <a:spLocks noChangeArrowheads="1"/>
                </p:cNvSpPr>
                <p:nvPr/>
              </p:nvSpPr>
              <p:spPr bwMode="auto">
                <a:xfrm>
                  <a:off x="242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3" name="Rectangle 1389"/>
                <p:cNvSpPr>
                  <a:spLocks noChangeArrowheads="1"/>
                </p:cNvSpPr>
                <p:nvPr/>
              </p:nvSpPr>
              <p:spPr bwMode="auto">
                <a:xfrm>
                  <a:off x="231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4" name="Rectangle 1390"/>
                <p:cNvSpPr>
                  <a:spLocks noChangeArrowheads="1"/>
                </p:cNvSpPr>
                <p:nvPr/>
              </p:nvSpPr>
              <p:spPr bwMode="auto">
                <a:xfrm>
                  <a:off x="219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5" name="Rectangle 1391"/>
                <p:cNvSpPr>
                  <a:spLocks noChangeArrowheads="1"/>
                </p:cNvSpPr>
                <p:nvPr/>
              </p:nvSpPr>
              <p:spPr bwMode="auto">
                <a:xfrm>
                  <a:off x="208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386" name="Line 1392"/>
                <p:cNvSpPr>
                  <a:spLocks noChangeShapeType="1"/>
                </p:cNvSpPr>
                <p:nvPr/>
              </p:nvSpPr>
              <p:spPr bwMode="auto">
                <a:xfrm>
                  <a:off x="2084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7" name="Line 1393"/>
                <p:cNvSpPr>
                  <a:spLocks noChangeShapeType="1"/>
                </p:cNvSpPr>
                <p:nvPr/>
              </p:nvSpPr>
              <p:spPr bwMode="auto">
                <a:xfrm>
                  <a:off x="2084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8" name="Line 1394"/>
                <p:cNvSpPr>
                  <a:spLocks noChangeShapeType="1"/>
                </p:cNvSpPr>
                <p:nvPr/>
              </p:nvSpPr>
              <p:spPr bwMode="auto">
                <a:xfrm>
                  <a:off x="2084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9" name="Line 1395"/>
                <p:cNvSpPr>
                  <a:spLocks noChangeShapeType="1"/>
                </p:cNvSpPr>
                <p:nvPr/>
              </p:nvSpPr>
              <p:spPr bwMode="auto">
                <a:xfrm>
                  <a:off x="219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0" name="Line 1396"/>
                <p:cNvSpPr>
                  <a:spLocks noChangeShapeType="1"/>
                </p:cNvSpPr>
                <p:nvPr/>
              </p:nvSpPr>
              <p:spPr bwMode="auto">
                <a:xfrm>
                  <a:off x="2314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1" name="Line 1397"/>
                <p:cNvSpPr>
                  <a:spLocks noChangeShapeType="1"/>
                </p:cNvSpPr>
                <p:nvPr/>
              </p:nvSpPr>
              <p:spPr bwMode="auto">
                <a:xfrm>
                  <a:off x="242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2" name="Line 1398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3" name="Line 1399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4" name="Line 1400"/>
                <p:cNvSpPr>
                  <a:spLocks noChangeShapeType="1"/>
                </p:cNvSpPr>
                <p:nvPr/>
              </p:nvSpPr>
              <p:spPr bwMode="auto">
                <a:xfrm>
                  <a:off x="254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5" name="Line 1401"/>
                <p:cNvSpPr>
                  <a:spLocks noChangeShapeType="1"/>
                </p:cNvSpPr>
                <p:nvPr/>
              </p:nvSpPr>
              <p:spPr bwMode="auto">
                <a:xfrm>
                  <a:off x="2084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6" name="Oval 1402"/>
                <p:cNvSpPr>
                  <a:spLocks noChangeArrowheads="1"/>
                </p:cNvSpPr>
                <p:nvPr/>
              </p:nvSpPr>
              <p:spPr bwMode="auto">
                <a:xfrm>
                  <a:off x="2096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97" name="Oval 1403"/>
                <p:cNvSpPr>
                  <a:spLocks noChangeArrowheads="1"/>
                </p:cNvSpPr>
                <p:nvPr/>
              </p:nvSpPr>
              <p:spPr bwMode="auto">
                <a:xfrm>
                  <a:off x="2448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369" name="Oval 1404"/>
              <p:cNvSpPr>
                <a:spLocks noChangeArrowheads="1"/>
              </p:cNvSpPr>
              <p:nvPr/>
            </p:nvSpPr>
            <p:spPr bwMode="auto">
              <a:xfrm>
                <a:off x="2189" y="3030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398" name="Group 1503"/>
          <p:cNvGrpSpPr>
            <a:grpSpLocks/>
          </p:cNvGrpSpPr>
          <p:nvPr/>
        </p:nvGrpSpPr>
        <p:grpSpPr bwMode="auto">
          <a:xfrm>
            <a:off x="4917421" y="3856993"/>
            <a:ext cx="1292225" cy="1443038"/>
            <a:chOff x="2354" y="2372"/>
            <a:chExt cx="814" cy="909"/>
          </a:xfrm>
        </p:grpSpPr>
        <p:sp>
          <p:nvSpPr>
            <p:cNvPr id="399" name="Line 633"/>
            <p:cNvSpPr>
              <a:spLocks noChangeShapeType="1"/>
            </p:cNvSpPr>
            <p:nvPr/>
          </p:nvSpPr>
          <p:spPr bwMode="auto">
            <a:xfrm>
              <a:off x="2354" y="2372"/>
              <a:ext cx="622" cy="3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00" name="Group 1436"/>
            <p:cNvGrpSpPr>
              <a:grpSpLocks/>
            </p:cNvGrpSpPr>
            <p:nvPr/>
          </p:nvGrpSpPr>
          <p:grpSpPr bwMode="auto">
            <a:xfrm>
              <a:off x="2708" y="2736"/>
              <a:ext cx="460" cy="545"/>
              <a:chOff x="2708" y="2736"/>
              <a:chExt cx="460" cy="545"/>
            </a:xfrm>
          </p:grpSpPr>
          <p:grpSp>
            <p:nvGrpSpPr>
              <p:cNvPr id="401" name="Group 1406"/>
              <p:cNvGrpSpPr>
                <a:grpSpLocks/>
              </p:cNvGrpSpPr>
              <p:nvPr/>
            </p:nvGrpSpPr>
            <p:grpSpPr bwMode="auto">
              <a:xfrm>
                <a:off x="2708" y="2736"/>
                <a:ext cx="460" cy="545"/>
                <a:chOff x="2084" y="1824"/>
                <a:chExt cx="460" cy="545"/>
              </a:xfrm>
            </p:grpSpPr>
            <p:sp>
              <p:nvSpPr>
                <p:cNvPr id="403" name="Rectangle 1407"/>
                <p:cNvSpPr>
                  <a:spLocks noChangeArrowheads="1"/>
                </p:cNvSpPr>
                <p:nvPr/>
              </p:nvSpPr>
              <p:spPr bwMode="auto">
                <a:xfrm>
                  <a:off x="242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04" name="Rectangle 1408"/>
                <p:cNvSpPr>
                  <a:spLocks noChangeArrowheads="1"/>
                </p:cNvSpPr>
                <p:nvPr/>
              </p:nvSpPr>
              <p:spPr bwMode="auto">
                <a:xfrm>
                  <a:off x="231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05" name="Rectangle 1409"/>
                <p:cNvSpPr>
                  <a:spLocks noChangeArrowheads="1"/>
                </p:cNvSpPr>
                <p:nvPr/>
              </p:nvSpPr>
              <p:spPr bwMode="auto">
                <a:xfrm>
                  <a:off x="219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06" name="Rectangle 1410"/>
                <p:cNvSpPr>
                  <a:spLocks noChangeArrowheads="1"/>
                </p:cNvSpPr>
                <p:nvPr/>
              </p:nvSpPr>
              <p:spPr bwMode="auto">
                <a:xfrm>
                  <a:off x="208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07" name="Rectangle 1411"/>
                <p:cNvSpPr>
                  <a:spLocks noChangeArrowheads="1"/>
                </p:cNvSpPr>
                <p:nvPr/>
              </p:nvSpPr>
              <p:spPr bwMode="auto">
                <a:xfrm>
                  <a:off x="242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08" name="Rectangle 1412"/>
                <p:cNvSpPr>
                  <a:spLocks noChangeArrowheads="1"/>
                </p:cNvSpPr>
                <p:nvPr/>
              </p:nvSpPr>
              <p:spPr bwMode="auto">
                <a:xfrm>
                  <a:off x="231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09" name="Rectangle 1413"/>
                <p:cNvSpPr>
                  <a:spLocks noChangeArrowheads="1"/>
                </p:cNvSpPr>
                <p:nvPr/>
              </p:nvSpPr>
              <p:spPr bwMode="auto">
                <a:xfrm>
                  <a:off x="219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0" name="Rectangle 1414"/>
                <p:cNvSpPr>
                  <a:spLocks noChangeArrowheads="1"/>
                </p:cNvSpPr>
                <p:nvPr/>
              </p:nvSpPr>
              <p:spPr bwMode="auto">
                <a:xfrm>
                  <a:off x="208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1" name="Rectangle 1415"/>
                <p:cNvSpPr>
                  <a:spLocks noChangeArrowheads="1"/>
                </p:cNvSpPr>
                <p:nvPr/>
              </p:nvSpPr>
              <p:spPr bwMode="auto">
                <a:xfrm>
                  <a:off x="242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2" name="Rectangle 1416"/>
                <p:cNvSpPr>
                  <a:spLocks noChangeArrowheads="1"/>
                </p:cNvSpPr>
                <p:nvPr/>
              </p:nvSpPr>
              <p:spPr bwMode="auto">
                <a:xfrm>
                  <a:off x="231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3" name="Rectangle 1417"/>
                <p:cNvSpPr>
                  <a:spLocks noChangeArrowheads="1"/>
                </p:cNvSpPr>
                <p:nvPr/>
              </p:nvSpPr>
              <p:spPr bwMode="auto">
                <a:xfrm>
                  <a:off x="219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4" name="Rectangle 1418"/>
                <p:cNvSpPr>
                  <a:spLocks noChangeArrowheads="1"/>
                </p:cNvSpPr>
                <p:nvPr/>
              </p:nvSpPr>
              <p:spPr bwMode="auto">
                <a:xfrm>
                  <a:off x="208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5" name="Rectangle 1419"/>
                <p:cNvSpPr>
                  <a:spLocks noChangeArrowheads="1"/>
                </p:cNvSpPr>
                <p:nvPr/>
              </p:nvSpPr>
              <p:spPr bwMode="auto">
                <a:xfrm>
                  <a:off x="242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6" name="Rectangle 1420"/>
                <p:cNvSpPr>
                  <a:spLocks noChangeArrowheads="1"/>
                </p:cNvSpPr>
                <p:nvPr/>
              </p:nvSpPr>
              <p:spPr bwMode="auto">
                <a:xfrm>
                  <a:off x="231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7" name="Rectangle 1421"/>
                <p:cNvSpPr>
                  <a:spLocks noChangeArrowheads="1"/>
                </p:cNvSpPr>
                <p:nvPr/>
              </p:nvSpPr>
              <p:spPr bwMode="auto">
                <a:xfrm>
                  <a:off x="219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8" name="Rectangle 1422"/>
                <p:cNvSpPr>
                  <a:spLocks noChangeArrowheads="1"/>
                </p:cNvSpPr>
                <p:nvPr/>
              </p:nvSpPr>
              <p:spPr bwMode="auto">
                <a:xfrm>
                  <a:off x="208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19" name="Line 1423"/>
                <p:cNvSpPr>
                  <a:spLocks noChangeShapeType="1"/>
                </p:cNvSpPr>
                <p:nvPr/>
              </p:nvSpPr>
              <p:spPr bwMode="auto">
                <a:xfrm>
                  <a:off x="2084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0" name="Line 1424"/>
                <p:cNvSpPr>
                  <a:spLocks noChangeShapeType="1"/>
                </p:cNvSpPr>
                <p:nvPr/>
              </p:nvSpPr>
              <p:spPr bwMode="auto">
                <a:xfrm>
                  <a:off x="2084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1" name="Line 1425"/>
                <p:cNvSpPr>
                  <a:spLocks noChangeShapeType="1"/>
                </p:cNvSpPr>
                <p:nvPr/>
              </p:nvSpPr>
              <p:spPr bwMode="auto">
                <a:xfrm>
                  <a:off x="2084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2" name="Line 1426"/>
                <p:cNvSpPr>
                  <a:spLocks noChangeShapeType="1"/>
                </p:cNvSpPr>
                <p:nvPr/>
              </p:nvSpPr>
              <p:spPr bwMode="auto">
                <a:xfrm>
                  <a:off x="219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3" name="Line 1427"/>
                <p:cNvSpPr>
                  <a:spLocks noChangeShapeType="1"/>
                </p:cNvSpPr>
                <p:nvPr/>
              </p:nvSpPr>
              <p:spPr bwMode="auto">
                <a:xfrm>
                  <a:off x="2314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4" name="Line 1428"/>
                <p:cNvSpPr>
                  <a:spLocks noChangeShapeType="1"/>
                </p:cNvSpPr>
                <p:nvPr/>
              </p:nvSpPr>
              <p:spPr bwMode="auto">
                <a:xfrm>
                  <a:off x="242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5" name="Line 1429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6" name="Line 1430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7" name="Line 1431"/>
                <p:cNvSpPr>
                  <a:spLocks noChangeShapeType="1"/>
                </p:cNvSpPr>
                <p:nvPr/>
              </p:nvSpPr>
              <p:spPr bwMode="auto">
                <a:xfrm>
                  <a:off x="254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8" name="Line 1432"/>
                <p:cNvSpPr>
                  <a:spLocks noChangeShapeType="1"/>
                </p:cNvSpPr>
                <p:nvPr/>
              </p:nvSpPr>
              <p:spPr bwMode="auto">
                <a:xfrm>
                  <a:off x="2084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9" name="Oval 1433"/>
                <p:cNvSpPr>
                  <a:spLocks noChangeArrowheads="1"/>
                </p:cNvSpPr>
                <p:nvPr/>
              </p:nvSpPr>
              <p:spPr bwMode="auto">
                <a:xfrm>
                  <a:off x="2096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430" name="Oval 1434"/>
                <p:cNvSpPr>
                  <a:spLocks noChangeArrowheads="1"/>
                </p:cNvSpPr>
                <p:nvPr/>
              </p:nvSpPr>
              <p:spPr bwMode="auto">
                <a:xfrm>
                  <a:off x="2448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402" name="Oval 1435"/>
              <p:cNvSpPr>
                <a:spLocks noChangeArrowheads="1"/>
              </p:cNvSpPr>
              <p:nvPr/>
            </p:nvSpPr>
            <p:spPr bwMode="auto">
              <a:xfrm>
                <a:off x="2838" y="3030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431" name="Group 1681"/>
          <p:cNvGrpSpPr>
            <a:grpSpLocks/>
          </p:cNvGrpSpPr>
          <p:nvPr/>
        </p:nvGrpSpPr>
        <p:grpSpPr bwMode="auto">
          <a:xfrm>
            <a:off x="5098396" y="3866518"/>
            <a:ext cx="1949450" cy="1433513"/>
            <a:chOff x="2468" y="2378"/>
            <a:chExt cx="1228" cy="903"/>
          </a:xfrm>
        </p:grpSpPr>
        <p:sp>
          <p:nvSpPr>
            <p:cNvPr id="432" name="Line 665"/>
            <p:cNvSpPr>
              <a:spLocks noChangeShapeType="1"/>
            </p:cNvSpPr>
            <p:nvPr/>
          </p:nvSpPr>
          <p:spPr bwMode="auto">
            <a:xfrm>
              <a:off x="2468" y="2378"/>
              <a:ext cx="1097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33" name="Group 1468"/>
            <p:cNvGrpSpPr>
              <a:grpSpLocks/>
            </p:cNvGrpSpPr>
            <p:nvPr/>
          </p:nvGrpSpPr>
          <p:grpSpPr bwMode="auto">
            <a:xfrm>
              <a:off x="3236" y="2736"/>
              <a:ext cx="460" cy="545"/>
              <a:chOff x="3236" y="2736"/>
              <a:chExt cx="460" cy="545"/>
            </a:xfrm>
          </p:grpSpPr>
          <p:grpSp>
            <p:nvGrpSpPr>
              <p:cNvPr id="434" name="Group 1437"/>
              <p:cNvGrpSpPr>
                <a:grpSpLocks/>
              </p:cNvGrpSpPr>
              <p:nvPr/>
            </p:nvGrpSpPr>
            <p:grpSpPr bwMode="auto">
              <a:xfrm>
                <a:off x="3236" y="2736"/>
                <a:ext cx="460" cy="545"/>
                <a:chOff x="2084" y="1824"/>
                <a:chExt cx="460" cy="545"/>
              </a:xfrm>
            </p:grpSpPr>
            <p:sp>
              <p:nvSpPr>
                <p:cNvPr id="436" name="Rectangle 1438"/>
                <p:cNvSpPr>
                  <a:spLocks noChangeArrowheads="1"/>
                </p:cNvSpPr>
                <p:nvPr/>
              </p:nvSpPr>
              <p:spPr bwMode="auto">
                <a:xfrm>
                  <a:off x="242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37" name="Rectangle 1439"/>
                <p:cNvSpPr>
                  <a:spLocks noChangeArrowheads="1"/>
                </p:cNvSpPr>
                <p:nvPr/>
              </p:nvSpPr>
              <p:spPr bwMode="auto">
                <a:xfrm>
                  <a:off x="231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38" name="Rectangle 1440"/>
                <p:cNvSpPr>
                  <a:spLocks noChangeArrowheads="1"/>
                </p:cNvSpPr>
                <p:nvPr/>
              </p:nvSpPr>
              <p:spPr bwMode="auto">
                <a:xfrm>
                  <a:off x="219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39" name="Rectangle 1441"/>
                <p:cNvSpPr>
                  <a:spLocks noChangeArrowheads="1"/>
                </p:cNvSpPr>
                <p:nvPr/>
              </p:nvSpPr>
              <p:spPr bwMode="auto">
                <a:xfrm>
                  <a:off x="208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0" name="Rectangle 1442"/>
                <p:cNvSpPr>
                  <a:spLocks noChangeArrowheads="1"/>
                </p:cNvSpPr>
                <p:nvPr/>
              </p:nvSpPr>
              <p:spPr bwMode="auto">
                <a:xfrm>
                  <a:off x="242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1" name="Rectangle 1443"/>
                <p:cNvSpPr>
                  <a:spLocks noChangeArrowheads="1"/>
                </p:cNvSpPr>
                <p:nvPr/>
              </p:nvSpPr>
              <p:spPr bwMode="auto">
                <a:xfrm>
                  <a:off x="231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2" name="Rectangle 1444"/>
                <p:cNvSpPr>
                  <a:spLocks noChangeArrowheads="1"/>
                </p:cNvSpPr>
                <p:nvPr/>
              </p:nvSpPr>
              <p:spPr bwMode="auto">
                <a:xfrm>
                  <a:off x="219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3" name="Rectangle 1445"/>
                <p:cNvSpPr>
                  <a:spLocks noChangeArrowheads="1"/>
                </p:cNvSpPr>
                <p:nvPr/>
              </p:nvSpPr>
              <p:spPr bwMode="auto">
                <a:xfrm>
                  <a:off x="208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4" name="Rectangle 1446"/>
                <p:cNvSpPr>
                  <a:spLocks noChangeArrowheads="1"/>
                </p:cNvSpPr>
                <p:nvPr/>
              </p:nvSpPr>
              <p:spPr bwMode="auto">
                <a:xfrm>
                  <a:off x="242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5" name="Rectangle 1447"/>
                <p:cNvSpPr>
                  <a:spLocks noChangeArrowheads="1"/>
                </p:cNvSpPr>
                <p:nvPr/>
              </p:nvSpPr>
              <p:spPr bwMode="auto">
                <a:xfrm>
                  <a:off x="231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6" name="Rectangle 1448"/>
                <p:cNvSpPr>
                  <a:spLocks noChangeArrowheads="1"/>
                </p:cNvSpPr>
                <p:nvPr/>
              </p:nvSpPr>
              <p:spPr bwMode="auto">
                <a:xfrm>
                  <a:off x="219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7" name="Rectangle 1449"/>
                <p:cNvSpPr>
                  <a:spLocks noChangeArrowheads="1"/>
                </p:cNvSpPr>
                <p:nvPr/>
              </p:nvSpPr>
              <p:spPr bwMode="auto">
                <a:xfrm>
                  <a:off x="208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8" name="Rectangle 1450"/>
                <p:cNvSpPr>
                  <a:spLocks noChangeArrowheads="1"/>
                </p:cNvSpPr>
                <p:nvPr/>
              </p:nvSpPr>
              <p:spPr bwMode="auto">
                <a:xfrm>
                  <a:off x="242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49" name="Rectangle 1451"/>
                <p:cNvSpPr>
                  <a:spLocks noChangeArrowheads="1"/>
                </p:cNvSpPr>
                <p:nvPr/>
              </p:nvSpPr>
              <p:spPr bwMode="auto">
                <a:xfrm>
                  <a:off x="231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50" name="Rectangle 1452"/>
                <p:cNvSpPr>
                  <a:spLocks noChangeArrowheads="1"/>
                </p:cNvSpPr>
                <p:nvPr/>
              </p:nvSpPr>
              <p:spPr bwMode="auto">
                <a:xfrm>
                  <a:off x="219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51" name="Rectangle 1453"/>
                <p:cNvSpPr>
                  <a:spLocks noChangeArrowheads="1"/>
                </p:cNvSpPr>
                <p:nvPr/>
              </p:nvSpPr>
              <p:spPr bwMode="auto">
                <a:xfrm>
                  <a:off x="208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52" name="Line 1454"/>
                <p:cNvSpPr>
                  <a:spLocks noChangeShapeType="1"/>
                </p:cNvSpPr>
                <p:nvPr/>
              </p:nvSpPr>
              <p:spPr bwMode="auto">
                <a:xfrm>
                  <a:off x="2084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3" name="Line 1455"/>
                <p:cNvSpPr>
                  <a:spLocks noChangeShapeType="1"/>
                </p:cNvSpPr>
                <p:nvPr/>
              </p:nvSpPr>
              <p:spPr bwMode="auto">
                <a:xfrm>
                  <a:off x="2084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4" name="Line 1456"/>
                <p:cNvSpPr>
                  <a:spLocks noChangeShapeType="1"/>
                </p:cNvSpPr>
                <p:nvPr/>
              </p:nvSpPr>
              <p:spPr bwMode="auto">
                <a:xfrm>
                  <a:off x="2084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5" name="Line 1457"/>
                <p:cNvSpPr>
                  <a:spLocks noChangeShapeType="1"/>
                </p:cNvSpPr>
                <p:nvPr/>
              </p:nvSpPr>
              <p:spPr bwMode="auto">
                <a:xfrm>
                  <a:off x="219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6" name="Line 1458"/>
                <p:cNvSpPr>
                  <a:spLocks noChangeShapeType="1"/>
                </p:cNvSpPr>
                <p:nvPr/>
              </p:nvSpPr>
              <p:spPr bwMode="auto">
                <a:xfrm>
                  <a:off x="2314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7" name="Line 1459"/>
                <p:cNvSpPr>
                  <a:spLocks noChangeShapeType="1"/>
                </p:cNvSpPr>
                <p:nvPr/>
              </p:nvSpPr>
              <p:spPr bwMode="auto">
                <a:xfrm>
                  <a:off x="242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8" name="Line 1460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9" name="Line 1461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0" name="Line 1462"/>
                <p:cNvSpPr>
                  <a:spLocks noChangeShapeType="1"/>
                </p:cNvSpPr>
                <p:nvPr/>
              </p:nvSpPr>
              <p:spPr bwMode="auto">
                <a:xfrm>
                  <a:off x="254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1" name="Line 1463"/>
                <p:cNvSpPr>
                  <a:spLocks noChangeShapeType="1"/>
                </p:cNvSpPr>
                <p:nvPr/>
              </p:nvSpPr>
              <p:spPr bwMode="auto">
                <a:xfrm>
                  <a:off x="2084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2" name="Oval 1464"/>
                <p:cNvSpPr>
                  <a:spLocks noChangeArrowheads="1"/>
                </p:cNvSpPr>
                <p:nvPr/>
              </p:nvSpPr>
              <p:spPr bwMode="auto">
                <a:xfrm>
                  <a:off x="2096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463" name="Oval 1465"/>
                <p:cNvSpPr>
                  <a:spLocks noChangeArrowheads="1"/>
                </p:cNvSpPr>
                <p:nvPr/>
              </p:nvSpPr>
              <p:spPr bwMode="auto">
                <a:xfrm>
                  <a:off x="2448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435" name="Oval 1466"/>
              <p:cNvSpPr>
                <a:spLocks noChangeArrowheads="1"/>
              </p:cNvSpPr>
              <p:nvPr/>
            </p:nvSpPr>
            <p:spPr bwMode="auto">
              <a:xfrm>
                <a:off x="3475" y="3035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464" name="Group 1505"/>
          <p:cNvGrpSpPr>
            <a:grpSpLocks/>
          </p:cNvGrpSpPr>
          <p:nvPr/>
        </p:nvGrpSpPr>
        <p:grpSpPr bwMode="auto">
          <a:xfrm>
            <a:off x="5279371" y="3847468"/>
            <a:ext cx="2606675" cy="1452563"/>
            <a:chOff x="2582" y="2366"/>
            <a:chExt cx="1642" cy="915"/>
          </a:xfrm>
        </p:grpSpPr>
        <p:sp>
          <p:nvSpPr>
            <p:cNvPr id="465" name="Line 697"/>
            <p:cNvSpPr>
              <a:spLocks noChangeShapeType="1"/>
            </p:cNvSpPr>
            <p:nvPr/>
          </p:nvSpPr>
          <p:spPr bwMode="auto">
            <a:xfrm>
              <a:off x="2582" y="2366"/>
              <a:ext cx="1448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66" name="Group 1469"/>
            <p:cNvGrpSpPr>
              <a:grpSpLocks/>
            </p:cNvGrpSpPr>
            <p:nvPr/>
          </p:nvGrpSpPr>
          <p:grpSpPr bwMode="auto">
            <a:xfrm>
              <a:off x="3764" y="2736"/>
              <a:ext cx="460" cy="545"/>
              <a:chOff x="3764" y="2736"/>
              <a:chExt cx="460" cy="545"/>
            </a:xfrm>
          </p:grpSpPr>
          <p:grpSp>
            <p:nvGrpSpPr>
              <p:cNvPr id="467" name="Group 1249"/>
              <p:cNvGrpSpPr>
                <a:grpSpLocks/>
              </p:cNvGrpSpPr>
              <p:nvPr/>
            </p:nvGrpSpPr>
            <p:grpSpPr bwMode="auto">
              <a:xfrm>
                <a:off x="3764" y="2736"/>
                <a:ext cx="460" cy="545"/>
                <a:chOff x="2084" y="1824"/>
                <a:chExt cx="460" cy="545"/>
              </a:xfrm>
            </p:grpSpPr>
            <p:sp>
              <p:nvSpPr>
                <p:cNvPr id="469" name="Rectangle 1250"/>
                <p:cNvSpPr>
                  <a:spLocks noChangeArrowheads="1"/>
                </p:cNvSpPr>
                <p:nvPr/>
              </p:nvSpPr>
              <p:spPr bwMode="auto">
                <a:xfrm>
                  <a:off x="242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0" name="Rectangle 1251"/>
                <p:cNvSpPr>
                  <a:spLocks noChangeArrowheads="1"/>
                </p:cNvSpPr>
                <p:nvPr/>
              </p:nvSpPr>
              <p:spPr bwMode="auto">
                <a:xfrm>
                  <a:off x="231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1" name="Rectangle 1252"/>
                <p:cNvSpPr>
                  <a:spLocks noChangeArrowheads="1"/>
                </p:cNvSpPr>
                <p:nvPr/>
              </p:nvSpPr>
              <p:spPr bwMode="auto">
                <a:xfrm>
                  <a:off x="2199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2" name="Rectangle 1253"/>
                <p:cNvSpPr>
                  <a:spLocks noChangeArrowheads="1"/>
                </p:cNvSpPr>
                <p:nvPr/>
              </p:nvSpPr>
              <p:spPr bwMode="auto">
                <a:xfrm>
                  <a:off x="2084" y="2233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3" name="Rectangle 1254"/>
                <p:cNvSpPr>
                  <a:spLocks noChangeArrowheads="1"/>
                </p:cNvSpPr>
                <p:nvPr/>
              </p:nvSpPr>
              <p:spPr bwMode="auto">
                <a:xfrm>
                  <a:off x="242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4" name="Rectangle 1255"/>
                <p:cNvSpPr>
                  <a:spLocks noChangeArrowheads="1"/>
                </p:cNvSpPr>
                <p:nvPr/>
              </p:nvSpPr>
              <p:spPr bwMode="auto">
                <a:xfrm>
                  <a:off x="231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5" name="Rectangle 1256"/>
                <p:cNvSpPr>
                  <a:spLocks noChangeArrowheads="1"/>
                </p:cNvSpPr>
                <p:nvPr/>
              </p:nvSpPr>
              <p:spPr bwMode="auto">
                <a:xfrm>
                  <a:off x="2199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6" name="Rectangle 1257"/>
                <p:cNvSpPr>
                  <a:spLocks noChangeArrowheads="1"/>
                </p:cNvSpPr>
                <p:nvPr/>
              </p:nvSpPr>
              <p:spPr bwMode="auto">
                <a:xfrm>
                  <a:off x="2084" y="2097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7" name="Rectangle 1258"/>
                <p:cNvSpPr>
                  <a:spLocks noChangeArrowheads="1"/>
                </p:cNvSpPr>
                <p:nvPr/>
              </p:nvSpPr>
              <p:spPr bwMode="auto">
                <a:xfrm>
                  <a:off x="242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8" name="Rectangle 1259"/>
                <p:cNvSpPr>
                  <a:spLocks noChangeArrowheads="1"/>
                </p:cNvSpPr>
                <p:nvPr/>
              </p:nvSpPr>
              <p:spPr bwMode="auto">
                <a:xfrm>
                  <a:off x="231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79" name="Rectangle 1260"/>
                <p:cNvSpPr>
                  <a:spLocks noChangeArrowheads="1"/>
                </p:cNvSpPr>
                <p:nvPr/>
              </p:nvSpPr>
              <p:spPr bwMode="auto">
                <a:xfrm>
                  <a:off x="2199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80" name="Rectangle 1261"/>
                <p:cNvSpPr>
                  <a:spLocks noChangeArrowheads="1"/>
                </p:cNvSpPr>
                <p:nvPr/>
              </p:nvSpPr>
              <p:spPr bwMode="auto">
                <a:xfrm>
                  <a:off x="2084" y="1960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81" name="Rectangle 1262"/>
                <p:cNvSpPr>
                  <a:spLocks noChangeArrowheads="1"/>
                </p:cNvSpPr>
                <p:nvPr/>
              </p:nvSpPr>
              <p:spPr bwMode="auto">
                <a:xfrm>
                  <a:off x="242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82" name="Rectangle 1263"/>
                <p:cNvSpPr>
                  <a:spLocks noChangeArrowheads="1"/>
                </p:cNvSpPr>
                <p:nvPr/>
              </p:nvSpPr>
              <p:spPr bwMode="auto">
                <a:xfrm>
                  <a:off x="231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83" name="Rectangle 1264"/>
                <p:cNvSpPr>
                  <a:spLocks noChangeArrowheads="1"/>
                </p:cNvSpPr>
                <p:nvPr/>
              </p:nvSpPr>
              <p:spPr bwMode="auto">
                <a:xfrm>
                  <a:off x="2199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84" name="Rectangle 1265"/>
                <p:cNvSpPr>
                  <a:spLocks noChangeArrowheads="1"/>
                </p:cNvSpPr>
                <p:nvPr/>
              </p:nvSpPr>
              <p:spPr bwMode="auto">
                <a:xfrm>
                  <a:off x="2084" y="182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485" name="Line 1266"/>
                <p:cNvSpPr>
                  <a:spLocks noChangeShapeType="1"/>
                </p:cNvSpPr>
                <p:nvPr/>
              </p:nvSpPr>
              <p:spPr bwMode="auto">
                <a:xfrm>
                  <a:off x="2084" y="1960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6" name="Line 1267"/>
                <p:cNvSpPr>
                  <a:spLocks noChangeShapeType="1"/>
                </p:cNvSpPr>
                <p:nvPr/>
              </p:nvSpPr>
              <p:spPr bwMode="auto">
                <a:xfrm>
                  <a:off x="2084" y="2097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7" name="Line 1268"/>
                <p:cNvSpPr>
                  <a:spLocks noChangeShapeType="1"/>
                </p:cNvSpPr>
                <p:nvPr/>
              </p:nvSpPr>
              <p:spPr bwMode="auto">
                <a:xfrm>
                  <a:off x="2084" y="2233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8" name="Line 1269"/>
                <p:cNvSpPr>
                  <a:spLocks noChangeShapeType="1"/>
                </p:cNvSpPr>
                <p:nvPr/>
              </p:nvSpPr>
              <p:spPr bwMode="auto">
                <a:xfrm>
                  <a:off x="219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9" name="Line 1270"/>
                <p:cNvSpPr>
                  <a:spLocks noChangeShapeType="1"/>
                </p:cNvSpPr>
                <p:nvPr/>
              </p:nvSpPr>
              <p:spPr bwMode="auto">
                <a:xfrm>
                  <a:off x="2314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0" name="Line 1271"/>
                <p:cNvSpPr>
                  <a:spLocks noChangeShapeType="1"/>
                </p:cNvSpPr>
                <p:nvPr/>
              </p:nvSpPr>
              <p:spPr bwMode="auto">
                <a:xfrm>
                  <a:off x="2429" y="1824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1" name="Line 1272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2" name="Line 1273"/>
                <p:cNvSpPr>
                  <a:spLocks noChangeShapeType="1"/>
                </p:cNvSpPr>
                <p:nvPr/>
              </p:nvSpPr>
              <p:spPr bwMode="auto">
                <a:xfrm>
                  <a:off x="208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3" name="Line 1274"/>
                <p:cNvSpPr>
                  <a:spLocks noChangeShapeType="1"/>
                </p:cNvSpPr>
                <p:nvPr/>
              </p:nvSpPr>
              <p:spPr bwMode="auto">
                <a:xfrm>
                  <a:off x="2544" y="1824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4" name="Line 1275"/>
                <p:cNvSpPr>
                  <a:spLocks noChangeShapeType="1"/>
                </p:cNvSpPr>
                <p:nvPr/>
              </p:nvSpPr>
              <p:spPr bwMode="auto">
                <a:xfrm>
                  <a:off x="2084" y="2369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5" name="Oval 1276"/>
                <p:cNvSpPr>
                  <a:spLocks noChangeArrowheads="1"/>
                </p:cNvSpPr>
                <p:nvPr/>
              </p:nvSpPr>
              <p:spPr bwMode="auto">
                <a:xfrm>
                  <a:off x="2096" y="184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496" name="Oval 1277"/>
                <p:cNvSpPr>
                  <a:spLocks noChangeArrowheads="1"/>
                </p:cNvSpPr>
                <p:nvPr/>
              </p:nvSpPr>
              <p:spPr bwMode="auto">
                <a:xfrm>
                  <a:off x="2448" y="1983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468" name="Oval 1467"/>
              <p:cNvSpPr>
                <a:spLocks noChangeArrowheads="1"/>
              </p:cNvSpPr>
              <p:nvPr/>
            </p:nvSpPr>
            <p:spPr bwMode="auto">
              <a:xfrm>
                <a:off x="4128" y="3030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497" name="Group 1615"/>
          <p:cNvGrpSpPr>
            <a:grpSpLocks/>
          </p:cNvGrpSpPr>
          <p:nvPr/>
        </p:nvGrpSpPr>
        <p:grpSpPr bwMode="auto">
          <a:xfrm>
            <a:off x="2583796" y="5304793"/>
            <a:ext cx="3095625" cy="1416050"/>
            <a:chOff x="884" y="3284"/>
            <a:chExt cx="1950" cy="892"/>
          </a:xfrm>
        </p:grpSpPr>
        <p:sp>
          <p:nvSpPr>
            <p:cNvPr id="498" name="Line 730"/>
            <p:cNvSpPr>
              <a:spLocks noChangeShapeType="1"/>
            </p:cNvSpPr>
            <p:nvPr/>
          </p:nvSpPr>
          <p:spPr bwMode="auto">
            <a:xfrm flipH="1">
              <a:off x="1090" y="3284"/>
              <a:ext cx="1744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99" name="Group 1538"/>
            <p:cNvGrpSpPr>
              <a:grpSpLocks/>
            </p:cNvGrpSpPr>
            <p:nvPr/>
          </p:nvGrpSpPr>
          <p:grpSpPr bwMode="auto">
            <a:xfrm>
              <a:off x="884" y="3631"/>
              <a:ext cx="460" cy="545"/>
              <a:chOff x="788" y="3631"/>
              <a:chExt cx="460" cy="545"/>
            </a:xfrm>
          </p:grpSpPr>
          <p:grpSp>
            <p:nvGrpSpPr>
              <p:cNvPr id="500" name="Group 1506"/>
              <p:cNvGrpSpPr>
                <a:grpSpLocks/>
              </p:cNvGrpSpPr>
              <p:nvPr/>
            </p:nvGrpSpPr>
            <p:grpSpPr bwMode="auto">
              <a:xfrm>
                <a:off x="788" y="3631"/>
                <a:ext cx="460" cy="545"/>
                <a:chOff x="2708" y="2736"/>
                <a:chExt cx="460" cy="545"/>
              </a:xfrm>
            </p:grpSpPr>
            <p:grpSp>
              <p:nvGrpSpPr>
                <p:cNvPr id="502" name="Group 1507"/>
                <p:cNvGrpSpPr>
                  <a:grpSpLocks/>
                </p:cNvGrpSpPr>
                <p:nvPr/>
              </p:nvGrpSpPr>
              <p:grpSpPr bwMode="auto">
                <a:xfrm>
                  <a:off x="2708" y="2736"/>
                  <a:ext cx="460" cy="545"/>
                  <a:chOff x="2084" y="1824"/>
                  <a:chExt cx="460" cy="545"/>
                </a:xfrm>
              </p:grpSpPr>
              <p:sp>
                <p:nvSpPr>
                  <p:cNvPr id="504" name="Rectangle 1508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05" name="Rectangle 1509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06" name="Rectangle 1510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07" name="Rectangle 1511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08" name="Rectangle 1512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09" name="Rectangle 1513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0" name="Rectangle 1514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1" name="Rectangle 1515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2" name="Rectangle 1516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3" name="Rectangle 1517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4" name="Rectangle 1518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5" name="Rectangle 1519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6" name="Rectangle 1520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7" name="Rectangle 1521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8" name="Rectangle 1522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19" name="Rectangle 1523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20" name="Line 1524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960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1" name="Line 1525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097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2" name="Line 1526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233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3" name="Line 1527"/>
                  <p:cNvSpPr>
                    <a:spLocks noChangeShapeType="1"/>
                  </p:cNvSpPr>
                  <p:nvPr/>
                </p:nvSpPr>
                <p:spPr bwMode="auto">
                  <a:xfrm>
                    <a:off x="219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4" name="Line 1528"/>
                  <p:cNvSpPr>
                    <a:spLocks noChangeShapeType="1"/>
                  </p:cNvSpPr>
                  <p:nvPr/>
                </p:nvSpPr>
                <p:spPr bwMode="auto">
                  <a:xfrm>
                    <a:off x="2314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5" name="Line 1529"/>
                  <p:cNvSpPr>
                    <a:spLocks noChangeShapeType="1"/>
                  </p:cNvSpPr>
                  <p:nvPr/>
                </p:nvSpPr>
                <p:spPr bwMode="auto">
                  <a:xfrm>
                    <a:off x="242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6" name="Line 1530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7" name="Line 1531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8" name="Line 1532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29" name="Line 1533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369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30" name="Oval 1534"/>
                  <p:cNvSpPr>
                    <a:spLocks noChangeArrowheads="1"/>
                  </p:cNvSpPr>
                  <p:nvPr/>
                </p:nvSpPr>
                <p:spPr bwMode="auto">
                  <a:xfrm>
                    <a:off x="2096" y="184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  <p:sp>
                <p:nvSpPr>
                  <p:cNvPr id="531" name="Oval 1535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983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  <p:sp>
              <p:nvSpPr>
                <p:cNvPr id="503" name="Oval 1536"/>
                <p:cNvSpPr>
                  <a:spLocks noChangeArrowheads="1"/>
                </p:cNvSpPr>
                <p:nvPr/>
              </p:nvSpPr>
              <p:spPr bwMode="auto">
                <a:xfrm>
                  <a:off x="2838" y="3030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501" name="Oval 1537"/>
              <p:cNvSpPr>
                <a:spLocks noChangeArrowheads="1"/>
              </p:cNvSpPr>
              <p:nvPr/>
            </p:nvSpPr>
            <p:spPr bwMode="auto">
              <a:xfrm>
                <a:off x="797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532" name="Group 1616"/>
          <p:cNvGrpSpPr>
            <a:grpSpLocks/>
          </p:cNvGrpSpPr>
          <p:nvPr/>
        </p:nvGrpSpPr>
        <p:grpSpPr bwMode="auto">
          <a:xfrm>
            <a:off x="3542646" y="5314318"/>
            <a:ext cx="2289175" cy="1406525"/>
            <a:chOff x="1488" y="3290"/>
            <a:chExt cx="1442" cy="886"/>
          </a:xfrm>
        </p:grpSpPr>
        <p:sp>
          <p:nvSpPr>
            <p:cNvPr id="533" name="Line 763"/>
            <p:cNvSpPr>
              <a:spLocks noChangeShapeType="1"/>
            </p:cNvSpPr>
            <p:nvPr/>
          </p:nvSpPr>
          <p:spPr bwMode="auto">
            <a:xfrm flipH="1">
              <a:off x="1758" y="3290"/>
              <a:ext cx="1172" cy="3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34" name="Group 1602"/>
            <p:cNvGrpSpPr>
              <a:grpSpLocks/>
            </p:cNvGrpSpPr>
            <p:nvPr/>
          </p:nvGrpSpPr>
          <p:grpSpPr bwMode="auto">
            <a:xfrm>
              <a:off x="1488" y="3631"/>
              <a:ext cx="460" cy="545"/>
              <a:chOff x="1316" y="3631"/>
              <a:chExt cx="460" cy="545"/>
            </a:xfrm>
          </p:grpSpPr>
          <p:grpSp>
            <p:nvGrpSpPr>
              <p:cNvPr id="535" name="Group 1539"/>
              <p:cNvGrpSpPr>
                <a:grpSpLocks/>
              </p:cNvGrpSpPr>
              <p:nvPr/>
            </p:nvGrpSpPr>
            <p:grpSpPr bwMode="auto">
              <a:xfrm>
                <a:off x="1316" y="3631"/>
                <a:ext cx="460" cy="545"/>
                <a:chOff x="2708" y="2736"/>
                <a:chExt cx="460" cy="545"/>
              </a:xfrm>
            </p:grpSpPr>
            <p:grpSp>
              <p:nvGrpSpPr>
                <p:cNvPr id="537" name="Group 1540"/>
                <p:cNvGrpSpPr>
                  <a:grpSpLocks/>
                </p:cNvGrpSpPr>
                <p:nvPr/>
              </p:nvGrpSpPr>
              <p:grpSpPr bwMode="auto">
                <a:xfrm>
                  <a:off x="2708" y="2736"/>
                  <a:ext cx="460" cy="545"/>
                  <a:chOff x="2084" y="1824"/>
                  <a:chExt cx="460" cy="545"/>
                </a:xfrm>
              </p:grpSpPr>
              <p:sp>
                <p:nvSpPr>
                  <p:cNvPr id="539" name="Rectangle 1541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0" name="Rectangle 1542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1" name="Rectangle 1543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2" name="Rectangle 1544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3" name="Rectangle 1545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4" name="Rectangle 1546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5" name="Rectangle 1547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6" name="Rectangle 1548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7" name="Rectangle 1549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8" name="Rectangle 1550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49" name="Rectangle 1551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50" name="Rectangle 1552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51" name="Rectangle 1553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52" name="Rectangle 1554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53" name="Rectangle 1555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54" name="Rectangle 1556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55" name="Line 1557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960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56" name="Line 1558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097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57" name="Line 1559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233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58" name="Line 1560"/>
                  <p:cNvSpPr>
                    <a:spLocks noChangeShapeType="1"/>
                  </p:cNvSpPr>
                  <p:nvPr/>
                </p:nvSpPr>
                <p:spPr bwMode="auto">
                  <a:xfrm>
                    <a:off x="219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59" name="Line 1561"/>
                  <p:cNvSpPr>
                    <a:spLocks noChangeShapeType="1"/>
                  </p:cNvSpPr>
                  <p:nvPr/>
                </p:nvSpPr>
                <p:spPr bwMode="auto">
                  <a:xfrm>
                    <a:off x="2314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0" name="Line 1562"/>
                  <p:cNvSpPr>
                    <a:spLocks noChangeShapeType="1"/>
                  </p:cNvSpPr>
                  <p:nvPr/>
                </p:nvSpPr>
                <p:spPr bwMode="auto">
                  <a:xfrm>
                    <a:off x="242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1" name="Line 1563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2" name="Line 1564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" name="Line 1565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4" name="Line 1566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369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65" name="Oval 1567"/>
                  <p:cNvSpPr>
                    <a:spLocks noChangeArrowheads="1"/>
                  </p:cNvSpPr>
                  <p:nvPr/>
                </p:nvSpPr>
                <p:spPr bwMode="auto">
                  <a:xfrm>
                    <a:off x="2096" y="184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  <p:sp>
                <p:nvSpPr>
                  <p:cNvPr id="566" name="Oval 1568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983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  <p:sp>
              <p:nvSpPr>
                <p:cNvPr id="538" name="Oval 1569"/>
                <p:cNvSpPr>
                  <a:spLocks noChangeArrowheads="1"/>
                </p:cNvSpPr>
                <p:nvPr/>
              </p:nvSpPr>
              <p:spPr bwMode="auto">
                <a:xfrm>
                  <a:off x="2838" y="3030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536" name="Oval 1570"/>
              <p:cNvSpPr>
                <a:spLocks noChangeArrowheads="1"/>
              </p:cNvSpPr>
              <p:nvPr/>
            </p:nvSpPr>
            <p:spPr bwMode="auto">
              <a:xfrm>
                <a:off x="1441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567" name="Group 1617"/>
          <p:cNvGrpSpPr>
            <a:grpSpLocks/>
          </p:cNvGrpSpPr>
          <p:nvPr/>
        </p:nvGrpSpPr>
        <p:grpSpPr bwMode="auto">
          <a:xfrm>
            <a:off x="4412596" y="5323843"/>
            <a:ext cx="1600200" cy="1397000"/>
            <a:chOff x="2036" y="3296"/>
            <a:chExt cx="1008" cy="880"/>
          </a:xfrm>
        </p:grpSpPr>
        <p:sp>
          <p:nvSpPr>
            <p:cNvPr id="568" name="Line 796"/>
            <p:cNvSpPr>
              <a:spLocks noChangeShapeType="1"/>
            </p:cNvSpPr>
            <p:nvPr/>
          </p:nvSpPr>
          <p:spPr bwMode="auto">
            <a:xfrm flipH="1">
              <a:off x="2306" y="3296"/>
              <a:ext cx="738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69" name="Group 1605"/>
            <p:cNvGrpSpPr>
              <a:grpSpLocks/>
            </p:cNvGrpSpPr>
            <p:nvPr/>
          </p:nvGrpSpPr>
          <p:grpSpPr bwMode="auto">
            <a:xfrm>
              <a:off x="2036" y="3631"/>
              <a:ext cx="460" cy="545"/>
              <a:chOff x="2036" y="3631"/>
              <a:chExt cx="460" cy="545"/>
            </a:xfrm>
          </p:grpSpPr>
          <p:grpSp>
            <p:nvGrpSpPr>
              <p:cNvPr id="570" name="Group 1571"/>
              <p:cNvGrpSpPr>
                <a:grpSpLocks/>
              </p:cNvGrpSpPr>
              <p:nvPr/>
            </p:nvGrpSpPr>
            <p:grpSpPr bwMode="auto">
              <a:xfrm>
                <a:off x="2036" y="3631"/>
                <a:ext cx="460" cy="545"/>
                <a:chOff x="2708" y="2736"/>
                <a:chExt cx="460" cy="545"/>
              </a:xfrm>
            </p:grpSpPr>
            <p:grpSp>
              <p:nvGrpSpPr>
                <p:cNvPr id="572" name="Group 1572"/>
                <p:cNvGrpSpPr>
                  <a:grpSpLocks/>
                </p:cNvGrpSpPr>
                <p:nvPr/>
              </p:nvGrpSpPr>
              <p:grpSpPr bwMode="auto">
                <a:xfrm>
                  <a:off x="2708" y="2736"/>
                  <a:ext cx="460" cy="545"/>
                  <a:chOff x="2084" y="1824"/>
                  <a:chExt cx="460" cy="545"/>
                </a:xfrm>
              </p:grpSpPr>
              <p:sp>
                <p:nvSpPr>
                  <p:cNvPr id="574" name="Rectangle 1573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75" name="Rectangle 1574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76" name="Rectangle 1575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77" name="Rectangle 1576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78" name="Rectangle 1577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79" name="Rectangle 1578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0" name="Rectangle 1579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1" name="Rectangle 1580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2" name="Rectangle 1581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3" name="Rectangle 1582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4" name="Rectangle 1583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5" name="Rectangle 1584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6" name="Rectangle 1585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7" name="Rectangle 1586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8" name="Rectangle 1587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89" name="Rectangle 1588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590" name="Line 1589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960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1" name="Line 1590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097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2" name="Line 1591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233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3" name="Line 1592"/>
                  <p:cNvSpPr>
                    <a:spLocks noChangeShapeType="1"/>
                  </p:cNvSpPr>
                  <p:nvPr/>
                </p:nvSpPr>
                <p:spPr bwMode="auto">
                  <a:xfrm>
                    <a:off x="219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4" name="Line 1593"/>
                  <p:cNvSpPr>
                    <a:spLocks noChangeShapeType="1"/>
                  </p:cNvSpPr>
                  <p:nvPr/>
                </p:nvSpPr>
                <p:spPr bwMode="auto">
                  <a:xfrm>
                    <a:off x="2314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5" name="Line 1594"/>
                  <p:cNvSpPr>
                    <a:spLocks noChangeShapeType="1"/>
                  </p:cNvSpPr>
                  <p:nvPr/>
                </p:nvSpPr>
                <p:spPr bwMode="auto">
                  <a:xfrm>
                    <a:off x="242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6" name="Line 1595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7" name="Line 1596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8" name="Line 1597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9" name="Line 1598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369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0" name="Oval 1599"/>
                  <p:cNvSpPr>
                    <a:spLocks noChangeArrowheads="1"/>
                  </p:cNvSpPr>
                  <p:nvPr/>
                </p:nvSpPr>
                <p:spPr bwMode="auto">
                  <a:xfrm>
                    <a:off x="2096" y="184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  <p:sp>
                <p:nvSpPr>
                  <p:cNvPr id="601" name="Oval 1600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983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  <p:sp>
              <p:nvSpPr>
                <p:cNvPr id="573" name="Oval 1601"/>
                <p:cNvSpPr>
                  <a:spLocks noChangeArrowheads="1"/>
                </p:cNvSpPr>
                <p:nvPr/>
              </p:nvSpPr>
              <p:spPr bwMode="auto">
                <a:xfrm>
                  <a:off x="2838" y="3030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571" name="Oval 1603"/>
              <p:cNvSpPr>
                <a:spLocks noChangeArrowheads="1"/>
              </p:cNvSpPr>
              <p:nvPr/>
            </p:nvSpPr>
            <p:spPr bwMode="auto">
              <a:xfrm>
                <a:off x="2278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602" name="Group 1618"/>
          <p:cNvGrpSpPr>
            <a:grpSpLocks/>
          </p:cNvGrpSpPr>
          <p:nvPr/>
        </p:nvGrpSpPr>
        <p:grpSpPr bwMode="auto">
          <a:xfrm>
            <a:off x="5326996" y="5304793"/>
            <a:ext cx="866775" cy="1416050"/>
            <a:chOff x="2612" y="3284"/>
            <a:chExt cx="546" cy="892"/>
          </a:xfrm>
        </p:grpSpPr>
        <p:sp>
          <p:nvSpPr>
            <p:cNvPr id="603" name="Line 829"/>
            <p:cNvSpPr>
              <a:spLocks noChangeShapeType="1"/>
            </p:cNvSpPr>
            <p:nvPr/>
          </p:nvSpPr>
          <p:spPr bwMode="auto">
            <a:xfrm flipH="1">
              <a:off x="2830" y="3284"/>
              <a:ext cx="328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04" name="Group 1606"/>
            <p:cNvGrpSpPr>
              <a:grpSpLocks/>
            </p:cNvGrpSpPr>
            <p:nvPr/>
          </p:nvGrpSpPr>
          <p:grpSpPr bwMode="auto">
            <a:xfrm>
              <a:off x="2612" y="3631"/>
              <a:ext cx="460" cy="545"/>
              <a:chOff x="2612" y="3631"/>
              <a:chExt cx="460" cy="545"/>
            </a:xfrm>
          </p:grpSpPr>
          <p:grpSp>
            <p:nvGrpSpPr>
              <p:cNvPr id="605" name="Group 1472"/>
              <p:cNvGrpSpPr>
                <a:grpSpLocks/>
              </p:cNvGrpSpPr>
              <p:nvPr/>
            </p:nvGrpSpPr>
            <p:grpSpPr bwMode="auto">
              <a:xfrm>
                <a:off x="2612" y="3631"/>
                <a:ext cx="460" cy="545"/>
                <a:chOff x="2708" y="2736"/>
                <a:chExt cx="460" cy="545"/>
              </a:xfrm>
            </p:grpSpPr>
            <p:grpSp>
              <p:nvGrpSpPr>
                <p:cNvPr id="607" name="Group 1473"/>
                <p:cNvGrpSpPr>
                  <a:grpSpLocks/>
                </p:cNvGrpSpPr>
                <p:nvPr/>
              </p:nvGrpSpPr>
              <p:grpSpPr bwMode="auto">
                <a:xfrm>
                  <a:off x="2708" y="2736"/>
                  <a:ext cx="460" cy="545"/>
                  <a:chOff x="2084" y="1824"/>
                  <a:chExt cx="460" cy="545"/>
                </a:xfrm>
              </p:grpSpPr>
              <p:sp>
                <p:nvSpPr>
                  <p:cNvPr id="609" name="Rectangle 1474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0" name="Rectangle 1475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1" name="Rectangle 1476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2" name="Rectangle 1477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233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3" name="Rectangle 1478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4" name="Rectangle 1479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5" name="Rectangle 1480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6" name="Rectangle 1481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2097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7" name="Rectangle 1482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8" name="Rectangle 1483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19" name="Rectangle 1484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20" name="Rectangle 1485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960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21" name="Rectangle 1486"/>
                  <p:cNvSpPr>
                    <a:spLocks noChangeArrowheads="1"/>
                  </p:cNvSpPr>
                  <p:nvPr/>
                </p:nvSpPr>
                <p:spPr bwMode="auto">
                  <a:xfrm>
                    <a:off x="242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22" name="Rectangle 1487"/>
                  <p:cNvSpPr>
                    <a:spLocks noChangeArrowheads="1"/>
                  </p:cNvSpPr>
                  <p:nvPr/>
                </p:nvSpPr>
                <p:spPr bwMode="auto">
                  <a:xfrm>
                    <a:off x="231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23" name="Rectangle 1488"/>
                  <p:cNvSpPr>
                    <a:spLocks noChangeArrowheads="1"/>
                  </p:cNvSpPr>
                  <p:nvPr/>
                </p:nvSpPr>
                <p:spPr bwMode="auto">
                  <a:xfrm>
                    <a:off x="2199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24" name="Rectangle 1489"/>
                  <p:cNvSpPr>
                    <a:spLocks noChangeArrowheads="1"/>
                  </p:cNvSpPr>
                  <p:nvPr/>
                </p:nvSpPr>
                <p:spPr bwMode="auto">
                  <a:xfrm>
                    <a:off x="2084" y="182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625" name="Line 1490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960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6" name="Line 1491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097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7" name="Line 1492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233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8" name="Line 1493"/>
                  <p:cNvSpPr>
                    <a:spLocks noChangeShapeType="1"/>
                  </p:cNvSpPr>
                  <p:nvPr/>
                </p:nvSpPr>
                <p:spPr bwMode="auto">
                  <a:xfrm>
                    <a:off x="219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9" name="Line 1494"/>
                  <p:cNvSpPr>
                    <a:spLocks noChangeShapeType="1"/>
                  </p:cNvSpPr>
                  <p:nvPr/>
                </p:nvSpPr>
                <p:spPr bwMode="auto">
                  <a:xfrm>
                    <a:off x="2314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0" name="Line 1495"/>
                  <p:cNvSpPr>
                    <a:spLocks noChangeShapeType="1"/>
                  </p:cNvSpPr>
                  <p:nvPr/>
                </p:nvSpPr>
                <p:spPr bwMode="auto">
                  <a:xfrm>
                    <a:off x="2429" y="1824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1" name="Line 1496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2" name="Line 1497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3" name="Line 1498"/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824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4" name="Line 1499"/>
                  <p:cNvSpPr>
                    <a:spLocks noChangeShapeType="1"/>
                  </p:cNvSpPr>
                  <p:nvPr/>
                </p:nvSpPr>
                <p:spPr bwMode="auto">
                  <a:xfrm>
                    <a:off x="2084" y="2369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35" name="Oval 1500"/>
                  <p:cNvSpPr>
                    <a:spLocks noChangeArrowheads="1"/>
                  </p:cNvSpPr>
                  <p:nvPr/>
                </p:nvSpPr>
                <p:spPr bwMode="auto">
                  <a:xfrm>
                    <a:off x="2096" y="184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  <p:sp>
                <p:nvSpPr>
                  <p:cNvPr id="636" name="Oval 1501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983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  <p:sp>
              <p:nvSpPr>
                <p:cNvPr id="608" name="Oval 1502"/>
                <p:cNvSpPr>
                  <a:spLocks noChangeArrowheads="1"/>
                </p:cNvSpPr>
                <p:nvPr/>
              </p:nvSpPr>
              <p:spPr bwMode="auto">
                <a:xfrm>
                  <a:off x="2838" y="3030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606" name="Oval 1604"/>
              <p:cNvSpPr>
                <a:spLocks noChangeArrowheads="1"/>
              </p:cNvSpPr>
              <p:nvPr/>
            </p:nvSpPr>
            <p:spPr bwMode="auto">
              <a:xfrm>
                <a:off x="2967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637" name="Group 2073"/>
          <p:cNvGrpSpPr>
            <a:grpSpLocks/>
          </p:cNvGrpSpPr>
          <p:nvPr/>
        </p:nvGrpSpPr>
        <p:grpSpPr bwMode="auto">
          <a:xfrm>
            <a:off x="6149321" y="1062993"/>
            <a:ext cx="3806825" cy="1893888"/>
            <a:chOff x="3130" y="612"/>
            <a:chExt cx="2398" cy="1193"/>
          </a:xfrm>
        </p:grpSpPr>
        <p:sp>
          <p:nvSpPr>
            <p:cNvPr id="638" name="Line 402"/>
            <p:cNvSpPr>
              <a:spLocks noChangeShapeType="1"/>
            </p:cNvSpPr>
            <p:nvPr/>
          </p:nvSpPr>
          <p:spPr bwMode="auto">
            <a:xfrm>
              <a:off x="3130" y="612"/>
              <a:ext cx="1916" cy="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39" name="Group 403"/>
            <p:cNvGrpSpPr>
              <a:grpSpLocks/>
            </p:cNvGrpSpPr>
            <p:nvPr/>
          </p:nvGrpSpPr>
          <p:grpSpPr bwMode="auto">
            <a:xfrm>
              <a:off x="5154" y="1478"/>
              <a:ext cx="374" cy="327"/>
              <a:chOff x="4464" y="1472"/>
              <a:chExt cx="374" cy="327"/>
            </a:xfrm>
          </p:grpSpPr>
          <p:sp>
            <p:nvSpPr>
              <p:cNvPr id="668" name="Line 404"/>
              <p:cNvSpPr>
                <a:spLocks noChangeShapeType="1"/>
              </p:cNvSpPr>
              <p:nvPr/>
            </p:nvSpPr>
            <p:spPr bwMode="auto">
              <a:xfrm flipH="1">
                <a:off x="4464" y="1490"/>
                <a:ext cx="114" cy="2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9" name="Line 405"/>
              <p:cNvSpPr>
                <a:spLocks noChangeShapeType="1"/>
              </p:cNvSpPr>
              <p:nvPr/>
            </p:nvSpPr>
            <p:spPr bwMode="auto">
              <a:xfrm>
                <a:off x="4637" y="1508"/>
                <a:ext cx="201" cy="2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0" name="Text Box 406"/>
              <p:cNvSpPr txBox="1">
                <a:spLocks noChangeArrowheads="1"/>
              </p:cNvSpPr>
              <p:nvPr/>
            </p:nvSpPr>
            <p:spPr bwMode="auto">
              <a:xfrm>
                <a:off x="4472" y="147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1pPr>
                <a:lvl2pPr marL="742950" indent="-28575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2pPr>
                <a:lvl3pPr marL="11430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3pPr>
                <a:lvl4pPr marL="16002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4pPr>
                <a:lvl5pPr marL="2057400" indent="-228600"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CC0066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chemeClr val="tx1"/>
                    </a:solidFill>
                    <a:ea typeface="宋体" charset="-122"/>
                  </a:rPr>
                  <a:t>…</a:t>
                </a:r>
              </a:p>
            </p:txBody>
          </p:sp>
        </p:grpSp>
        <p:grpSp>
          <p:nvGrpSpPr>
            <p:cNvPr id="640" name="Group 2072"/>
            <p:cNvGrpSpPr>
              <a:grpSpLocks/>
            </p:cNvGrpSpPr>
            <p:nvPr/>
          </p:nvGrpSpPr>
          <p:grpSpPr bwMode="auto">
            <a:xfrm>
              <a:off x="5012" y="968"/>
              <a:ext cx="460" cy="545"/>
              <a:chOff x="5012" y="968"/>
              <a:chExt cx="460" cy="545"/>
            </a:xfrm>
          </p:grpSpPr>
          <p:sp>
            <p:nvSpPr>
              <p:cNvPr id="641" name="Rectangle 1684"/>
              <p:cNvSpPr>
                <a:spLocks noChangeArrowheads="1"/>
              </p:cNvSpPr>
              <p:nvPr/>
            </p:nvSpPr>
            <p:spPr bwMode="auto">
              <a:xfrm>
                <a:off x="5357" y="137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2" name="Rectangle 1685"/>
              <p:cNvSpPr>
                <a:spLocks noChangeArrowheads="1"/>
              </p:cNvSpPr>
              <p:nvPr/>
            </p:nvSpPr>
            <p:spPr bwMode="auto">
              <a:xfrm>
                <a:off x="5242" y="137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3" name="Rectangle 1686"/>
              <p:cNvSpPr>
                <a:spLocks noChangeArrowheads="1"/>
              </p:cNvSpPr>
              <p:nvPr/>
            </p:nvSpPr>
            <p:spPr bwMode="auto">
              <a:xfrm>
                <a:off x="5127" y="137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4" name="Rectangle 1687"/>
              <p:cNvSpPr>
                <a:spLocks noChangeArrowheads="1"/>
              </p:cNvSpPr>
              <p:nvPr/>
            </p:nvSpPr>
            <p:spPr bwMode="auto">
              <a:xfrm>
                <a:off x="5012" y="1377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5" name="Rectangle 1688"/>
              <p:cNvSpPr>
                <a:spLocks noChangeArrowheads="1"/>
              </p:cNvSpPr>
              <p:nvPr/>
            </p:nvSpPr>
            <p:spPr bwMode="auto">
              <a:xfrm>
                <a:off x="5357" y="1241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6" name="Rectangle 1689"/>
              <p:cNvSpPr>
                <a:spLocks noChangeArrowheads="1"/>
              </p:cNvSpPr>
              <p:nvPr/>
            </p:nvSpPr>
            <p:spPr bwMode="auto">
              <a:xfrm>
                <a:off x="5242" y="1241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7" name="Rectangle 1690"/>
              <p:cNvSpPr>
                <a:spLocks noChangeArrowheads="1"/>
              </p:cNvSpPr>
              <p:nvPr/>
            </p:nvSpPr>
            <p:spPr bwMode="auto">
              <a:xfrm>
                <a:off x="5127" y="1241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8" name="Rectangle 1691"/>
              <p:cNvSpPr>
                <a:spLocks noChangeArrowheads="1"/>
              </p:cNvSpPr>
              <p:nvPr/>
            </p:nvSpPr>
            <p:spPr bwMode="auto">
              <a:xfrm>
                <a:off x="5012" y="1241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49" name="Rectangle 1692"/>
              <p:cNvSpPr>
                <a:spLocks noChangeArrowheads="1"/>
              </p:cNvSpPr>
              <p:nvPr/>
            </p:nvSpPr>
            <p:spPr bwMode="auto">
              <a:xfrm>
                <a:off x="5357" y="1104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0" name="Rectangle 1693"/>
              <p:cNvSpPr>
                <a:spLocks noChangeArrowheads="1"/>
              </p:cNvSpPr>
              <p:nvPr/>
            </p:nvSpPr>
            <p:spPr bwMode="auto">
              <a:xfrm>
                <a:off x="5242" y="1104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1" name="Rectangle 1694"/>
              <p:cNvSpPr>
                <a:spLocks noChangeArrowheads="1"/>
              </p:cNvSpPr>
              <p:nvPr/>
            </p:nvSpPr>
            <p:spPr bwMode="auto">
              <a:xfrm>
                <a:off x="5127" y="1104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2" name="Rectangle 1695"/>
              <p:cNvSpPr>
                <a:spLocks noChangeArrowheads="1"/>
              </p:cNvSpPr>
              <p:nvPr/>
            </p:nvSpPr>
            <p:spPr bwMode="auto">
              <a:xfrm>
                <a:off x="5012" y="1104"/>
                <a:ext cx="115" cy="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3" name="Rectangle 1696"/>
              <p:cNvSpPr>
                <a:spLocks noChangeArrowheads="1"/>
              </p:cNvSpPr>
              <p:nvPr/>
            </p:nvSpPr>
            <p:spPr bwMode="auto">
              <a:xfrm>
                <a:off x="5357" y="96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4" name="Rectangle 1697"/>
              <p:cNvSpPr>
                <a:spLocks noChangeArrowheads="1"/>
              </p:cNvSpPr>
              <p:nvPr/>
            </p:nvSpPr>
            <p:spPr bwMode="auto">
              <a:xfrm>
                <a:off x="5242" y="96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5" name="Rectangle 1698"/>
              <p:cNvSpPr>
                <a:spLocks noChangeArrowheads="1"/>
              </p:cNvSpPr>
              <p:nvPr/>
            </p:nvSpPr>
            <p:spPr bwMode="auto">
              <a:xfrm>
                <a:off x="5127" y="96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6" name="Rectangle 1699"/>
              <p:cNvSpPr>
                <a:spLocks noChangeArrowheads="1"/>
              </p:cNvSpPr>
              <p:nvPr/>
            </p:nvSpPr>
            <p:spPr bwMode="auto">
              <a:xfrm>
                <a:off x="5012" y="968"/>
                <a:ext cx="115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chemeClr val="hlink"/>
                  </a:buClr>
                  <a:buSzPct val="110000"/>
                  <a:buFont typeface="Wingdings" pitchFamily="2" charset="2"/>
                  <a:buNone/>
                </a:pPr>
                <a:endParaRPr lang="zh-CN" altLang="en-US" sz="500">
                  <a:solidFill>
                    <a:schemeClr val="tx1"/>
                  </a:solidFill>
                  <a:latin typeface="Tahoma" pitchFamily="34" charset="0"/>
                  <a:ea typeface="宋体" charset="-122"/>
                </a:endParaRPr>
              </a:p>
            </p:txBody>
          </p:sp>
          <p:sp>
            <p:nvSpPr>
              <p:cNvPr id="657" name="Line 1700"/>
              <p:cNvSpPr>
                <a:spLocks noChangeShapeType="1"/>
              </p:cNvSpPr>
              <p:nvPr/>
            </p:nvSpPr>
            <p:spPr bwMode="auto">
              <a:xfrm>
                <a:off x="5012" y="1104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8" name="Line 1701"/>
              <p:cNvSpPr>
                <a:spLocks noChangeShapeType="1"/>
              </p:cNvSpPr>
              <p:nvPr/>
            </p:nvSpPr>
            <p:spPr bwMode="auto">
              <a:xfrm>
                <a:off x="5012" y="1241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9" name="Line 1702"/>
              <p:cNvSpPr>
                <a:spLocks noChangeShapeType="1"/>
              </p:cNvSpPr>
              <p:nvPr/>
            </p:nvSpPr>
            <p:spPr bwMode="auto">
              <a:xfrm>
                <a:off x="5012" y="1377"/>
                <a:ext cx="4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0" name="Line 1703"/>
              <p:cNvSpPr>
                <a:spLocks noChangeShapeType="1"/>
              </p:cNvSpPr>
              <p:nvPr/>
            </p:nvSpPr>
            <p:spPr bwMode="auto">
              <a:xfrm>
                <a:off x="5127" y="968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1" name="Line 1704"/>
              <p:cNvSpPr>
                <a:spLocks noChangeShapeType="1"/>
              </p:cNvSpPr>
              <p:nvPr/>
            </p:nvSpPr>
            <p:spPr bwMode="auto">
              <a:xfrm>
                <a:off x="5242" y="968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2" name="Line 1705"/>
              <p:cNvSpPr>
                <a:spLocks noChangeShapeType="1"/>
              </p:cNvSpPr>
              <p:nvPr/>
            </p:nvSpPr>
            <p:spPr bwMode="auto">
              <a:xfrm>
                <a:off x="5357" y="968"/>
                <a:ext cx="0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3" name="Line 1706"/>
              <p:cNvSpPr>
                <a:spLocks noChangeShapeType="1"/>
              </p:cNvSpPr>
              <p:nvPr/>
            </p:nvSpPr>
            <p:spPr bwMode="auto">
              <a:xfrm>
                <a:off x="5012" y="968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4" name="Line 1707"/>
              <p:cNvSpPr>
                <a:spLocks noChangeShapeType="1"/>
              </p:cNvSpPr>
              <p:nvPr/>
            </p:nvSpPr>
            <p:spPr bwMode="auto">
              <a:xfrm>
                <a:off x="5012" y="968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5" name="Line 1708"/>
              <p:cNvSpPr>
                <a:spLocks noChangeShapeType="1"/>
              </p:cNvSpPr>
              <p:nvPr/>
            </p:nvSpPr>
            <p:spPr bwMode="auto">
              <a:xfrm>
                <a:off x="5472" y="968"/>
                <a:ext cx="0" cy="545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6" name="Line 1709"/>
              <p:cNvSpPr>
                <a:spLocks noChangeShapeType="1"/>
              </p:cNvSpPr>
              <p:nvPr/>
            </p:nvSpPr>
            <p:spPr bwMode="auto">
              <a:xfrm>
                <a:off x="5012" y="1513"/>
                <a:ext cx="460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7" name="Oval 1710"/>
              <p:cNvSpPr>
                <a:spLocks noChangeArrowheads="1"/>
              </p:cNvSpPr>
              <p:nvPr/>
            </p:nvSpPr>
            <p:spPr bwMode="auto">
              <a:xfrm>
                <a:off x="5370" y="99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671" name="Group 1861"/>
          <p:cNvGrpSpPr>
            <a:grpSpLocks/>
          </p:cNvGrpSpPr>
          <p:nvPr/>
        </p:nvGrpSpPr>
        <p:grpSpPr bwMode="auto">
          <a:xfrm>
            <a:off x="5784196" y="2485393"/>
            <a:ext cx="730250" cy="1366838"/>
            <a:chOff x="2900" y="1508"/>
            <a:chExt cx="460" cy="861"/>
          </a:xfrm>
        </p:grpSpPr>
        <p:sp>
          <p:nvSpPr>
            <p:cNvPr id="672" name="Line 245"/>
            <p:cNvSpPr>
              <a:spLocks noChangeShapeType="1"/>
            </p:cNvSpPr>
            <p:nvPr/>
          </p:nvSpPr>
          <p:spPr bwMode="auto">
            <a:xfrm>
              <a:off x="3022" y="1508"/>
              <a:ext cx="0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73" name="Group 1769"/>
            <p:cNvGrpSpPr>
              <a:grpSpLocks/>
            </p:cNvGrpSpPr>
            <p:nvPr/>
          </p:nvGrpSpPr>
          <p:grpSpPr bwMode="auto">
            <a:xfrm>
              <a:off x="2900" y="1824"/>
              <a:ext cx="460" cy="545"/>
              <a:chOff x="2900" y="1824"/>
              <a:chExt cx="460" cy="545"/>
            </a:xfrm>
          </p:grpSpPr>
          <p:grpSp>
            <p:nvGrpSpPr>
              <p:cNvPr id="674" name="Group 1740"/>
              <p:cNvGrpSpPr>
                <a:grpSpLocks/>
              </p:cNvGrpSpPr>
              <p:nvPr/>
            </p:nvGrpSpPr>
            <p:grpSpPr bwMode="auto">
              <a:xfrm>
                <a:off x="2900" y="1824"/>
                <a:ext cx="460" cy="545"/>
                <a:chOff x="192" y="175"/>
                <a:chExt cx="460" cy="545"/>
              </a:xfrm>
            </p:grpSpPr>
            <p:sp>
              <p:nvSpPr>
                <p:cNvPr id="676" name="Rectangle 1741"/>
                <p:cNvSpPr>
                  <a:spLocks noChangeArrowheads="1"/>
                </p:cNvSpPr>
                <p:nvPr/>
              </p:nvSpPr>
              <p:spPr bwMode="auto">
                <a:xfrm>
                  <a:off x="53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77" name="Rectangle 1742"/>
                <p:cNvSpPr>
                  <a:spLocks noChangeArrowheads="1"/>
                </p:cNvSpPr>
                <p:nvPr/>
              </p:nvSpPr>
              <p:spPr bwMode="auto">
                <a:xfrm>
                  <a:off x="42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78" name="Rectangle 1743"/>
                <p:cNvSpPr>
                  <a:spLocks noChangeArrowheads="1"/>
                </p:cNvSpPr>
                <p:nvPr/>
              </p:nvSpPr>
              <p:spPr bwMode="auto">
                <a:xfrm>
                  <a:off x="30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79" name="Rectangle 1744"/>
                <p:cNvSpPr>
                  <a:spLocks noChangeArrowheads="1"/>
                </p:cNvSpPr>
                <p:nvPr/>
              </p:nvSpPr>
              <p:spPr bwMode="auto">
                <a:xfrm>
                  <a:off x="19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0" name="Rectangle 1745"/>
                <p:cNvSpPr>
                  <a:spLocks noChangeArrowheads="1"/>
                </p:cNvSpPr>
                <p:nvPr/>
              </p:nvSpPr>
              <p:spPr bwMode="auto">
                <a:xfrm>
                  <a:off x="53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1" name="Rectangle 1746"/>
                <p:cNvSpPr>
                  <a:spLocks noChangeArrowheads="1"/>
                </p:cNvSpPr>
                <p:nvPr/>
              </p:nvSpPr>
              <p:spPr bwMode="auto">
                <a:xfrm>
                  <a:off x="42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2" name="Rectangle 1747"/>
                <p:cNvSpPr>
                  <a:spLocks noChangeArrowheads="1"/>
                </p:cNvSpPr>
                <p:nvPr/>
              </p:nvSpPr>
              <p:spPr bwMode="auto">
                <a:xfrm>
                  <a:off x="30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3" name="Rectangle 1748"/>
                <p:cNvSpPr>
                  <a:spLocks noChangeArrowheads="1"/>
                </p:cNvSpPr>
                <p:nvPr/>
              </p:nvSpPr>
              <p:spPr bwMode="auto">
                <a:xfrm>
                  <a:off x="19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4" name="Rectangle 1749"/>
                <p:cNvSpPr>
                  <a:spLocks noChangeArrowheads="1"/>
                </p:cNvSpPr>
                <p:nvPr/>
              </p:nvSpPr>
              <p:spPr bwMode="auto">
                <a:xfrm>
                  <a:off x="53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5" name="Rectangle 1750"/>
                <p:cNvSpPr>
                  <a:spLocks noChangeArrowheads="1"/>
                </p:cNvSpPr>
                <p:nvPr/>
              </p:nvSpPr>
              <p:spPr bwMode="auto">
                <a:xfrm>
                  <a:off x="42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6" name="Rectangle 1751"/>
                <p:cNvSpPr>
                  <a:spLocks noChangeArrowheads="1"/>
                </p:cNvSpPr>
                <p:nvPr/>
              </p:nvSpPr>
              <p:spPr bwMode="auto">
                <a:xfrm>
                  <a:off x="30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7" name="Rectangle 1752"/>
                <p:cNvSpPr>
                  <a:spLocks noChangeArrowheads="1"/>
                </p:cNvSpPr>
                <p:nvPr/>
              </p:nvSpPr>
              <p:spPr bwMode="auto">
                <a:xfrm>
                  <a:off x="19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8" name="Rectangle 1753"/>
                <p:cNvSpPr>
                  <a:spLocks noChangeArrowheads="1"/>
                </p:cNvSpPr>
                <p:nvPr/>
              </p:nvSpPr>
              <p:spPr bwMode="auto">
                <a:xfrm>
                  <a:off x="53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89" name="Rectangle 1754"/>
                <p:cNvSpPr>
                  <a:spLocks noChangeArrowheads="1"/>
                </p:cNvSpPr>
                <p:nvPr/>
              </p:nvSpPr>
              <p:spPr bwMode="auto">
                <a:xfrm>
                  <a:off x="42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90" name="Rectangle 1755"/>
                <p:cNvSpPr>
                  <a:spLocks noChangeArrowheads="1"/>
                </p:cNvSpPr>
                <p:nvPr/>
              </p:nvSpPr>
              <p:spPr bwMode="auto">
                <a:xfrm>
                  <a:off x="30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91" name="Rectangle 1756"/>
                <p:cNvSpPr>
                  <a:spLocks noChangeArrowheads="1"/>
                </p:cNvSpPr>
                <p:nvPr/>
              </p:nvSpPr>
              <p:spPr bwMode="auto">
                <a:xfrm>
                  <a:off x="19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692" name="Line 1757"/>
                <p:cNvSpPr>
                  <a:spLocks noChangeShapeType="1"/>
                </p:cNvSpPr>
                <p:nvPr/>
              </p:nvSpPr>
              <p:spPr bwMode="auto">
                <a:xfrm>
                  <a:off x="192" y="311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3" name="Line 1758"/>
                <p:cNvSpPr>
                  <a:spLocks noChangeShapeType="1"/>
                </p:cNvSpPr>
                <p:nvPr/>
              </p:nvSpPr>
              <p:spPr bwMode="auto">
                <a:xfrm>
                  <a:off x="192" y="448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4" name="Line 1759"/>
                <p:cNvSpPr>
                  <a:spLocks noChangeShapeType="1"/>
                </p:cNvSpPr>
                <p:nvPr/>
              </p:nvSpPr>
              <p:spPr bwMode="auto">
                <a:xfrm>
                  <a:off x="192" y="584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5" name="Line 1760"/>
                <p:cNvSpPr>
                  <a:spLocks noChangeShapeType="1"/>
                </p:cNvSpPr>
                <p:nvPr/>
              </p:nvSpPr>
              <p:spPr bwMode="auto">
                <a:xfrm>
                  <a:off x="30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6" name="Line 1761"/>
                <p:cNvSpPr>
                  <a:spLocks noChangeShapeType="1"/>
                </p:cNvSpPr>
                <p:nvPr/>
              </p:nvSpPr>
              <p:spPr bwMode="auto">
                <a:xfrm>
                  <a:off x="422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7" name="Line 1762"/>
                <p:cNvSpPr>
                  <a:spLocks noChangeShapeType="1"/>
                </p:cNvSpPr>
                <p:nvPr/>
              </p:nvSpPr>
              <p:spPr bwMode="auto">
                <a:xfrm>
                  <a:off x="53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8" name="Line 1763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9" name="Line 1764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0" name="Line 1765"/>
                <p:cNvSpPr>
                  <a:spLocks noChangeShapeType="1"/>
                </p:cNvSpPr>
                <p:nvPr/>
              </p:nvSpPr>
              <p:spPr bwMode="auto">
                <a:xfrm>
                  <a:off x="65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1" name="Line 1766"/>
                <p:cNvSpPr>
                  <a:spLocks noChangeShapeType="1"/>
                </p:cNvSpPr>
                <p:nvPr/>
              </p:nvSpPr>
              <p:spPr bwMode="auto">
                <a:xfrm>
                  <a:off x="192" y="720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2" name="Oval 1767"/>
                <p:cNvSpPr>
                  <a:spLocks noChangeArrowheads="1"/>
                </p:cNvSpPr>
                <p:nvPr/>
              </p:nvSpPr>
              <p:spPr bwMode="auto">
                <a:xfrm>
                  <a:off x="317" y="1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675" name="Oval 1768"/>
              <p:cNvSpPr>
                <a:spLocks noChangeArrowheads="1"/>
              </p:cNvSpPr>
              <p:nvPr/>
            </p:nvSpPr>
            <p:spPr bwMode="auto">
              <a:xfrm>
                <a:off x="2913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703" name="Group 1862"/>
          <p:cNvGrpSpPr>
            <a:grpSpLocks/>
          </p:cNvGrpSpPr>
          <p:nvPr/>
        </p:nvGrpSpPr>
        <p:grpSpPr bwMode="auto">
          <a:xfrm>
            <a:off x="6144559" y="2494918"/>
            <a:ext cx="1208087" cy="1357313"/>
            <a:chOff x="3127" y="1514"/>
            <a:chExt cx="761" cy="855"/>
          </a:xfrm>
        </p:grpSpPr>
        <p:sp>
          <p:nvSpPr>
            <p:cNvPr id="704" name="Line 276"/>
            <p:cNvSpPr>
              <a:spLocks noChangeShapeType="1"/>
            </p:cNvSpPr>
            <p:nvPr/>
          </p:nvSpPr>
          <p:spPr bwMode="auto">
            <a:xfrm>
              <a:off x="3127" y="1514"/>
              <a:ext cx="389" cy="3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05" name="Group 1799"/>
            <p:cNvGrpSpPr>
              <a:grpSpLocks/>
            </p:cNvGrpSpPr>
            <p:nvPr/>
          </p:nvGrpSpPr>
          <p:grpSpPr bwMode="auto">
            <a:xfrm>
              <a:off x="3428" y="1824"/>
              <a:ext cx="460" cy="545"/>
              <a:chOff x="3428" y="1824"/>
              <a:chExt cx="460" cy="545"/>
            </a:xfrm>
          </p:grpSpPr>
          <p:grpSp>
            <p:nvGrpSpPr>
              <p:cNvPr id="706" name="Group 1770"/>
              <p:cNvGrpSpPr>
                <a:grpSpLocks/>
              </p:cNvGrpSpPr>
              <p:nvPr/>
            </p:nvGrpSpPr>
            <p:grpSpPr bwMode="auto">
              <a:xfrm>
                <a:off x="3428" y="1824"/>
                <a:ext cx="460" cy="545"/>
                <a:chOff x="192" y="175"/>
                <a:chExt cx="460" cy="545"/>
              </a:xfrm>
            </p:grpSpPr>
            <p:sp>
              <p:nvSpPr>
                <p:cNvPr id="708" name="Rectangle 1771"/>
                <p:cNvSpPr>
                  <a:spLocks noChangeArrowheads="1"/>
                </p:cNvSpPr>
                <p:nvPr/>
              </p:nvSpPr>
              <p:spPr bwMode="auto">
                <a:xfrm>
                  <a:off x="53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09" name="Rectangle 1772"/>
                <p:cNvSpPr>
                  <a:spLocks noChangeArrowheads="1"/>
                </p:cNvSpPr>
                <p:nvPr/>
              </p:nvSpPr>
              <p:spPr bwMode="auto">
                <a:xfrm>
                  <a:off x="42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0" name="Rectangle 1773"/>
                <p:cNvSpPr>
                  <a:spLocks noChangeArrowheads="1"/>
                </p:cNvSpPr>
                <p:nvPr/>
              </p:nvSpPr>
              <p:spPr bwMode="auto">
                <a:xfrm>
                  <a:off x="30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1" name="Rectangle 1774"/>
                <p:cNvSpPr>
                  <a:spLocks noChangeArrowheads="1"/>
                </p:cNvSpPr>
                <p:nvPr/>
              </p:nvSpPr>
              <p:spPr bwMode="auto">
                <a:xfrm>
                  <a:off x="19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2" name="Rectangle 1775"/>
                <p:cNvSpPr>
                  <a:spLocks noChangeArrowheads="1"/>
                </p:cNvSpPr>
                <p:nvPr/>
              </p:nvSpPr>
              <p:spPr bwMode="auto">
                <a:xfrm>
                  <a:off x="53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3" name="Rectangle 1776"/>
                <p:cNvSpPr>
                  <a:spLocks noChangeArrowheads="1"/>
                </p:cNvSpPr>
                <p:nvPr/>
              </p:nvSpPr>
              <p:spPr bwMode="auto">
                <a:xfrm>
                  <a:off x="42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4" name="Rectangle 1777"/>
                <p:cNvSpPr>
                  <a:spLocks noChangeArrowheads="1"/>
                </p:cNvSpPr>
                <p:nvPr/>
              </p:nvSpPr>
              <p:spPr bwMode="auto">
                <a:xfrm>
                  <a:off x="30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5" name="Rectangle 1778"/>
                <p:cNvSpPr>
                  <a:spLocks noChangeArrowheads="1"/>
                </p:cNvSpPr>
                <p:nvPr/>
              </p:nvSpPr>
              <p:spPr bwMode="auto">
                <a:xfrm>
                  <a:off x="19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6" name="Rectangle 1779"/>
                <p:cNvSpPr>
                  <a:spLocks noChangeArrowheads="1"/>
                </p:cNvSpPr>
                <p:nvPr/>
              </p:nvSpPr>
              <p:spPr bwMode="auto">
                <a:xfrm>
                  <a:off x="53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7" name="Rectangle 1780"/>
                <p:cNvSpPr>
                  <a:spLocks noChangeArrowheads="1"/>
                </p:cNvSpPr>
                <p:nvPr/>
              </p:nvSpPr>
              <p:spPr bwMode="auto">
                <a:xfrm>
                  <a:off x="42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8" name="Rectangle 1781"/>
                <p:cNvSpPr>
                  <a:spLocks noChangeArrowheads="1"/>
                </p:cNvSpPr>
                <p:nvPr/>
              </p:nvSpPr>
              <p:spPr bwMode="auto">
                <a:xfrm>
                  <a:off x="30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19" name="Rectangle 1782"/>
                <p:cNvSpPr>
                  <a:spLocks noChangeArrowheads="1"/>
                </p:cNvSpPr>
                <p:nvPr/>
              </p:nvSpPr>
              <p:spPr bwMode="auto">
                <a:xfrm>
                  <a:off x="19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20" name="Rectangle 1783"/>
                <p:cNvSpPr>
                  <a:spLocks noChangeArrowheads="1"/>
                </p:cNvSpPr>
                <p:nvPr/>
              </p:nvSpPr>
              <p:spPr bwMode="auto">
                <a:xfrm>
                  <a:off x="53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21" name="Rectangle 1784"/>
                <p:cNvSpPr>
                  <a:spLocks noChangeArrowheads="1"/>
                </p:cNvSpPr>
                <p:nvPr/>
              </p:nvSpPr>
              <p:spPr bwMode="auto">
                <a:xfrm>
                  <a:off x="42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22" name="Rectangle 1785"/>
                <p:cNvSpPr>
                  <a:spLocks noChangeArrowheads="1"/>
                </p:cNvSpPr>
                <p:nvPr/>
              </p:nvSpPr>
              <p:spPr bwMode="auto">
                <a:xfrm>
                  <a:off x="30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23" name="Rectangle 1786"/>
                <p:cNvSpPr>
                  <a:spLocks noChangeArrowheads="1"/>
                </p:cNvSpPr>
                <p:nvPr/>
              </p:nvSpPr>
              <p:spPr bwMode="auto">
                <a:xfrm>
                  <a:off x="19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24" name="Line 1787"/>
                <p:cNvSpPr>
                  <a:spLocks noChangeShapeType="1"/>
                </p:cNvSpPr>
                <p:nvPr/>
              </p:nvSpPr>
              <p:spPr bwMode="auto">
                <a:xfrm>
                  <a:off x="192" y="311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5" name="Line 1788"/>
                <p:cNvSpPr>
                  <a:spLocks noChangeShapeType="1"/>
                </p:cNvSpPr>
                <p:nvPr/>
              </p:nvSpPr>
              <p:spPr bwMode="auto">
                <a:xfrm>
                  <a:off x="192" y="448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6" name="Line 1789"/>
                <p:cNvSpPr>
                  <a:spLocks noChangeShapeType="1"/>
                </p:cNvSpPr>
                <p:nvPr/>
              </p:nvSpPr>
              <p:spPr bwMode="auto">
                <a:xfrm>
                  <a:off x="192" y="584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7" name="Line 1790"/>
                <p:cNvSpPr>
                  <a:spLocks noChangeShapeType="1"/>
                </p:cNvSpPr>
                <p:nvPr/>
              </p:nvSpPr>
              <p:spPr bwMode="auto">
                <a:xfrm>
                  <a:off x="30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8" name="Line 1791"/>
                <p:cNvSpPr>
                  <a:spLocks noChangeShapeType="1"/>
                </p:cNvSpPr>
                <p:nvPr/>
              </p:nvSpPr>
              <p:spPr bwMode="auto">
                <a:xfrm>
                  <a:off x="422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9" name="Line 1792"/>
                <p:cNvSpPr>
                  <a:spLocks noChangeShapeType="1"/>
                </p:cNvSpPr>
                <p:nvPr/>
              </p:nvSpPr>
              <p:spPr bwMode="auto">
                <a:xfrm>
                  <a:off x="53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0" name="Line 1793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1" name="Line 1794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2" name="Line 1795"/>
                <p:cNvSpPr>
                  <a:spLocks noChangeShapeType="1"/>
                </p:cNvSpPr>
                <p:nvPr/>
              </p:nvSpPr>
              <p:spPr bwMode="auto">
                <a:xfrm>
                  <a:off x="65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3" name="Line 1796"/>
                <p:cNvSpPr>
                  <a:spLocks noChangeShapeType="1"/>
                </p:cNvSpPr>
                <p:nvPr/>
              </p:nvSpPr>
              <p:spPr bwMode="auto">
                <a:xfrm>
                  <a:off x="192" y="720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4" name="Oval 1797"/>
                <p:cNvSpPr>
                  <a:spLocks noChangeArrowheads="1"/>
                </p:cNvSpPr>
                <p:nvPr/>
              </p:nvSpPr>
              <p:spPr bwMode="auto">
                <a:xfrm>
                  <a:off x="317" y="1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707" name="Oval 1798"/>
              <p:cNvSpPr>
                <a:spLocks noChangeArrowheads="1"/>
              </p:cNvSpPr>
              <p:nvPr/>
            </p:nvSpPr>
            <p:spPr bwMode="auto">
              <a:xfrm>
                <a:off x="3556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735" name="Group 1863"/>
          <p:cNvGrpSpPr>
            <a:grpSpLocks/>
          </p:cNvGrpSpPr>
          <p:nvPr/>
        </p:nvGrpSpPr>
        <p:grpSpPr bwMode="auto">
          <a:xfrm>
            <a:off x="6339821" y="2490156"/>
            <a:ext cx="1819275" cy="1362075"/>
            <a:chOff x="3250" y="1511"/>
            <a:chExt cx="1146" cy="858"/>
          </a:xfrm>
        </p:grpSpPr>
        <p:sp>
          <p:nvSpPr>
            <p:cNvPr id="736" name="Line 307"/>
            <p:cNvSpPr>
              <a:spLocks noChangeShapeType="1"/>
            </p:cNvSpPr>
            <p:nvPr/>
          </p:nvSpPr>
          <p:spPr bwMode="auto">
            <a:xfrm>
              <a:off x="3250" y="1511"/>
              <a:ext cx="719" cy="3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37" name="Group 1829"/>
            <p:cNvGrpSpPr>
              <a:grpSpLocks/>
            </p:cNvGrpSpPr>
            <p:nvPr/>
          </p:nvGrpSpPr>
          <p:grpSpPr bwMode="auto">
            <a:xfrm>
              <a:off x="3936" y="1824"/>
              <a:ext cx="460" cy="545"/>
              <a:chOff x="3936" y="1824"/>
              <a:chExt cx="460" cy="545"/>
            </a:xfrm>
          </p:grpSpPr>
          <p:grpSp>
            <p:nvGrpSpPr>
              <p:cNvPr id="738" name="Group 1800"/>
              <p:cNvGrpSpPr>
                <a:grpSpLocks/>
              </p:cNvGrpSpPr>
              <p:nvPr/>
            </p:nvGrpSpPr>
            <p:grpSpPr bwMode="auto">
              <a:xfrm>
                <a:off x="3936" y="1824"/>
                <a:ext cx="460" cy="545"/>
                <a:chOff x="192" y="175"/>
                <a:chExt cx="460" cy="545"/>
              </a:xfrm>
            </p:grpSpPr>
            <p:sp>
              <p:nvSpPr>
                <p:cNvPr id="740" name="Rectangle 1801"/>
                <p:cNvSpPr>
                  <a:spLocks noChangeArrowheads="1"/>
                </p:cNvSpPr>
                <p:nvPr/>
              </p:nvSpPr>
              <p:spPr bwMode="auto">
                <a:xfrm>
                  <a:off x="53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1" name="Rectangle 1802"/>
                <p:cNvSpPr>
                  <a:spLocks noChangeArrowheads="1"/>
                </p:cNvSpPr>
                <p:nvPr/>
              </p:nvSpPr>
              <p:spPr bwMode="auto">
                <a:xfrm>
                  <a:off x="42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2" name="Rectangle 1803"/>
                <p:cNvSpPr>
                  <a:spLocks noChangeArrowheads="1"/>
                </p:cNvSpPr>
                <p:nvPr/>
              </p:nvSpPr>
              <p:spPr bwMode="auto">
                <a:xfrm>
                  <a:off x="30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3" name="Rectangle 1804"/>
                <p:cNvSpPr>
                  <a:spLocks noChangeArrowheads="1"/>
                </p:cNvSpPr>
                <p:nvPr/>
              </p:nvSpPr>
              <p:spPr bwMode="auto">
                <a:xfrm>
                  <a:off x="19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4" name="Rectangle 1805"/>
                <p:cNvSpPr>
                  <a:spLocks noChangeArrowheads="1"/>
                </p:cNvSpPr>
                <p:nvPr/>
              </p:nvSpPr>
              <p:spPr bwMode="auto">
                <a:xfrm>
                  <a:off x="53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5" name="Rectangle 1806"/>
                <p:cNvSpPr>
                  <a:spLocks noChangeArrowheads="1"/>
                </p:cNvSpPr>
                <p:nvPr/>
              </p:nvSpPr>
              <p:spPr bwMode="auto">
                <a:xfrm>
                  <a:off x="42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6" name="Rectangle 1807"/>
                <p:cNvSpPr>
                  <a:spLocks noChangeArrowheads="1"/>
                </p:cNvSpPr>
                <p:nvPr/>
              </p:nvSpPr>
              <p:spPr bwMode="auto">
                <a:xfrm>
                  <a:off x="30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7" name="Rectangle 1808"/>
                <p:cNvSpPr>
                  <a:spLocks noChangeArrowheads="1"/>
                </p:cNvSpPr>
                <p:nvPr/>
              </p:nvSpPr>
              <p:spPr bwMode="auto">
                <a:xfrm>
                  <a:off x="19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8" name="Rectangle 1809"/>
                <p:cNvSpPr>
                  <a:spLocks noChangeArrowheads="1"/>
                </p:cNvSpPr>
                <p:nvPr/>
              </p:nvSpPr>
              <p:spPr bwMode="auto">
                <a:xfrm>
                  <a:off x="53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49" name="Rectangle 1810"/>
                <p:cNvSpPr>
                  <a:spLocks noChangeArrowheads="1"/>
                </p:cNvSpPr>
                <p:nvPr/>
              </p:nvSpPr>
              <p:spPr bwMode="auto">
                <a:xfrm>
                  <a:off x="42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0" name="Rectangle 1811"/>
                <p:cNvSpPr>
                  <a:spLocks noChangeArrowheads="1"/>
                </p:cNvSpPr>
                <p:nvPr/>
              </p:nvSpPr>
              <p:spPr bwMode="auto">
                <a:xfrm>
                  <a:off x="30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1" name="Rectangle 1812"/>
                <p:cNvSpPr>
                  <a:spLocks noChangeArrowheads="1"/>
                </p:cNvSpPr>
                <p:nvPr/>
              </p:nvSpPr>
              <p:spPr bwMode="auto">
                <a:xfrm>
                  <a:off x="19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2" name="Rectangle 1813"/>
                <p:cNvSpPr>
                  <a:spLocks noChangeArrowheads="1"/>
                </p:cNvSpPr>
                <p:nvPr/>
              </p:nvSpPr>
              <p:spPr bwMode="auto">
                <a:xfrm>
                  <a:off x="53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3" name="Rectangle 1814"/>
                <p:cNvSpPr>
                  <a:spLocks noChangeArrowheads="1"/>
                </p:cNvSpPr>
                <p:nvPr/>
              </p:nvSpPr>
              <p:spPr bwMode="auto">
                <a:xfrm>
                  <a:off x="42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4" name="Rectangle 1815"/>
                <p:cNvSpPr>
                  <a:spLocks noChangeArrowheads="1"/>
                </p:cNvSpPr>
                <p:nvPr/>
              </p:nvSpPr>
              <p:spPr bwMode="auto">
                <a:xfrm>
                  <a:off x="30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5" name="Rectangle 1816"/>
                <p:cNvSpPr>
                  <a:spLocks noChangeArrowheads="1"/>
                </p:cNvSpPr>
                <p:nvPr/>
              </p:nvSpPr>
              <p:spPr bwMode="auto">
                <a:xfrm>
                  <a:off x="19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56" name="Line 1817"/>
                <p:cNvSpPr>
                  <a:spLocks noChangeShapeType="1"/>
                </p:cNvSpPr>
                <p:nvPr/>
              </p:nvSpPr>
              <p:spPr bwMode="auto">
                <a:xfrm>
                  <a:off x="192" y="311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7" name="Line 1818"/>
                <p:cNvSpPr>
                  <a:spLocks noChangeShapeType="1"/>
                </p:cNvSpPr>
                <p:nvPr/>
              </p:nvSpPr>
              <p:spPr bwMode="auto">
                <a:xfrm>
                  <a:off x="192" y="448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8" name="Line 1819"/>
                <p:cNvSpPr>
                  <a:spLocks noChangeShapeType="1"/>
                </p:cNvSpPr>
                <p:nvPr/>
              </p:nvSpPr>
              <p:spPr bwMode="auto">
                <a:xfrm>
                  <a:off x="192" y="584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9" name="Line 1820"/>
                <p:cNvSpPr>
                  <a:spLocks noChangeShapeType="1"/>
                </p:cNvSpPr>
                <p:nvPr/>
              </p:nvSpPr>
              <p:spPr bwMode="auto">
                <a:xfrm>
                  <a:off x="30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0" name="Line 1821"/>
                <p:cNvSpPr>
                  <a:spLocks noChangeShapeType="1"/>
                </p:cNvSpPr>
                <p:nvPr/>
              </p:nvSpPr>
              <p:spPr bwMode="auto">
                <a:xfrm>
                  <a:off x="422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1" name="Line 1822"/>
                <p:cNvSpPr>
                  <a:spLocks noChangeShapeType="1"/>
                </p:cNvSpPr>
                <p:nvPr/>
              </p:nvSpPr>
              <p:spPr bwMode="auto">
                <a:xfrm>
                  <a:off x="53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2" name="Line 1823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3" name="Line 1824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4" name="Line 1825"/>
                <p:cNvSpPr>
                  <a:spLocks noChangeShapeType="1"/>
                </p:cNvSpPr>
                <p:nvPr/>
              </p:nvSpPr>
              <p:spPr bwMode="auto">
                <a:xfrm>
                  <a:off x="65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5" name="Line 1826"/>
                <p:cNvSpPr>
                  <a:spLocks noChangeShapeType="1"/>
                </p:cNvSpPr>
                <p:nvPr/>
              </p:nvSpPr>
              <p:spPr bwMode="auto">
                <a:xfrm>
                  <a:off x="192" y="720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6" name="Oval 1827"/>
                <p:cNvSpPr>
                  <a:spLocks noChangeArrowheads="1"/>
                </p:cNvSpPr>
                <p:nvPr/>
              </p:nvSpPr>
              <p:spPr bwMode="auto">
                <a:xfrm>
                  <a:off x="317" y="1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739" name="Oval 1828"/>
              <p:cNvSpPr>
                <a:spLocks noChangeArrowheads="1"/>
              </p:cNvSpPr>
              <p:nvPr/>
            </p:nvSpPr>
            <p:spPr bwMode="auto">
              <a:xfrm>
                <a:off x="4176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767" name="Group 1895"/>
          <p:cNvGrpSpPr>
            <a:grpSpLocks/>
          </p:cNvGrpSpPr>
          <p:nvPr/>
        </p:nvGrpSpPr>
        <p:grpSpPr bwMode="auto">
          <a:xfrm>
            <a:off x="6520796" y="2485393"/>
            <a:ext cx="2476500" cy="1366838"/>
            <a:chOff x="3364" y="1508"/>
            <a:chExt cx="1560" cy="861"/>
          </a:xfrm>
        </p:grpSpPr>
        <p:sp>
          <p:nvSpPr>
            <p:cNvPr id="768" name="Line 338"/>
            <p:cNvSpPr>
              <a:spLocks noChangeShapeType="1"/>
            </p:cNvSpPr>
            <p:nvPr/>
          </p:nvSpPr>
          <p:spPr bwMode="auto">
            <a:xfrm>
              <a:off x="3364" y="1508"/>
              <a:ext cx="1147" cy="30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69" name="Group 1859"/>
            <p:cNvGrpSpPr>
              <a:grpSpLocks/>
            </p:cNvGrpSpPr>
            <p:nvPr/>
          </p:nvGrpSpPr>
          <p:grpSpPr bwMode="auto">
            <a:xfrm>
              <a:off x="4464" y="1824"/>
              <a:ext cx="460" cy="545"/>
              <a:chOff x="4464" y="1824"/>
              <a:chExt cx="460" cy="545"/>
            </a:xfrm>
          </p:grpSpPr>
          <p:grpSp>
            <p:nvGrpSpPr>
              <p:cNvPr id="770" name="Group 1830"/>
              <p:cNvGrpSpPr>
                <a:grpSpLocks/>
              </p:cNvGrpSpPr>
              <p:nvPr/>
            </p:nvGrpSpPr>
            <p:grpSpPr bwMode="auto">
              <a:xfrm>
                <a:off x="4464" y="1824"/>
                <a:ext cx="460" cy="545"/>
                <a:chOff x="192" y="175"/>
                <a:chExt cx="460" cy="545"/>
              </a:xfrm>
            </p:grpSpPr>
            <p:sp>
              <p:nvSpPr>
                <p:cNvPr id="772" name="Rectangle 1831"/>
                <p:cNvSpPr>
                  <a:spLocks noChangeArrowheads="1"/>
                </p:cNvSpPr>
                <p:nvPr/>
              </p:nvSpPr>
              <p:spPr bwMode="auto">
                <a:xfrm>
                  <a:off x="53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3" name="Rectangle 1832"/>
                <p:cNvSpPr>
                  <a:spLocks noChangeArrowheads="1"/>
                </p:cNvSpPr>
                <p:nvPr/>
              </p:nvSpPr>
              <p:spPr bwMode="auto">
                <a:xfrm>
                  <a:off x="42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4" name="Rectangle 1833"/>
                <p:cNvSpPr>
                  <a:spLocks noChangeArrowheads="1"/>
                </p:cNvSpPr>
                <p:nvPr/>
              </p:nvSpPr>
              <p:spPr bwMode="auto">
                <a:xfrm>
                  <a:off x="307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5" name="Rectangle 1834"/>
                <p:cNvSpPr>
                  <a:spLocks noChangeArrowheads="1"/>
                </p:cNvSpPr>
                <p:nvPr/>
              </p:nvSpPr>
              <p:spPr bwMode="auto">
                <a:xfrm>
                  <a:off x="192" y="584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6" name="Rectangle 1835"/>
                <p:cNvSpPr>
                  <a:spLocks noChangeArrowheads="1"/>
                </p:cNvSpPr>
                <p:nvPr/>
              </p:nvSpPr>
              <p:spPr bwMode="auto">
                <a:xfrm>
                  <a:off x="53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7" name="Rectangle 1836"/>
                <p:cNvSpPr>
                  <a:spLocks noChangeArrowheads="1"/>
                </p:cNvSpPr>
                <p:nvPr/>
              </p:nvSpPr>
              <p:spPr bwMode="auto">
                <a:xfrm>
                  <a:off x="42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8" name="Rectangle 1837"/>
                <p:cNvSpPr>
                  <a:spLocks noChangeArrowheads="1"/>
                </p:cNvSpPr>
                <p:nvPr/>
              </p:nvSpPr>
              <p:spPr bwMode="auto">
                <a:xfrm>
                  <a:off x="307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79" name="Rectangle 1838"/>
                <p:cNvSpPr>
                  <a:spLocks noChangeArrowheads="1"/>
                </p:cNvSpPr>
                <p:nvPr/>
              </p:nvSpPr>
              <p:spPr bwMode="auto">
                <a:xfrm>
                  <a:off x="192" y="448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0" name="Rectangle 1839"/>
                <p:cNvSpPr>
                  <a:spLocks noChangeArrowheads="1"/>
                </p:cNvSpPr>
                <p:nvPr/>
              </p:nvSpPr>
              <p:spPr bwMode="auto">
                <a:xfrm>
                  <a:off x="53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1" name="Rectangle 1840"/>
                <p:cNvSpPr>
                  <a:spLocks noChangeArrowheads="1"/>
                </p:cNvSpPr>
                <p:nvPr/>
              </p:nvSpPr>
              <p:spPr bwMode="auto">
                <a:xfrm>
                  <a:off x="42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2" name="Rectangle 1841"/>
                <p:cNvSpPr>
                  <a:spLocks noChangeArrowheads="1"/>
                </p:cNvSpPr>
                <p:nvPr/>
              </p:nvSpPr>
              <p:spPr bwMode="auto">
                <a:xfrm>
                  <a:off x="307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3" name="Rectangle 1842"/>
                <p:cNvSpPr>
                  <a:spLocks noChangeArrowheads="1"/>
                </p:cNvSpPr>
                <p:nvPr/>
              </p:nvSpPr>
              <p:spPr bwMode="auto">
                <a:xfrm>
                  <a:off x="192" y="311"/>
                  <a:ext cx="115" cy="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4" name="Rectangle 1843"/>
                <p:cNvSpPr>
                  <a:spLocks noChangeArrowheads="1"/>
                </p:cNvSpPr>
                <p:nvPr/>
              </p:nvSpPr>
              <p:spPr bwMode="auto">
                <a:xfrm>
                  <a:off x="53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5" name="Rectangle 1844"/>
                <p:cNvSpPr>
                  <a:spLocks noChangeArrowheads="1"/>
                </p:cNvSpPr>
                <p:nvPr/>
              </p:nvSpPr>
              <p:spPr bwMode="auto">
                <a:xfrm>
                  <a:off x="42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6" name="Rectangle 1845"/>
                <p:cNvSpPr>
                  <a:spLocks noChangeArrowheads="1"/>
                </p:cNvSpPr>
                <p:nvPr/>
              </p:nvSpPr>
              <p:spPr bwMode="auto">
                <a:xfrm>
                  <a:off x="307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7" name="Rectangle 1846"/>
                <p:cNvSpPr>
                  <a:spLocks noChangeArrowheads="1"/>
                </p:cNvSpPr>
                <p:nvPr/>
              </p:nvSpPr>
              <p:spPr bwMode="auto">
                <a:xfrm>
                  <a:off x="192" y="175"/>
                  <a:ext cx="115" cy="1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1" hangingPunct="1">
                    <a:spcBef>
                      <a:spcPct val="20000"/>
                    </a:spcBef>
                    <a:buClr>
                      <a:schemeClr val="hlink"/>
                    </a:buClr>
                    <a:buSzPct val="110000"/>
                    <a:buFont typeface="Wingdings" pitchFamily="2" charset="2"/>
                    <a:buNone/>
                  </a:pPr>
                  <a:endParaRPr lang="zh-CN" altLang="en-US" sz="5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endParaRPr>
                </a:p>
              </p:txBody>
            </p:sp>
            <p:sp>
              <p:nvSpPr>
                <p:cNvPr id="788" name="Line 1847"/>
                <p:cNvSpPr>
                  <a:spLocks noChangeShapeType="1"/>
                </p:cNvSpPr>
                <p:nvPr/>
              </p:nvSpPr>
              <p:spPr bwMode="auto">
                <a:xfrm>
                  <a:off x="192" y="311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9" name="Line 1848"/>
                <p:cNvSpPr>
                  <a:spLocks noChangeShapeType="1"/>
                </p:cNvSpPr>
                <p:nvPr/>
              </p:nvSpPr>
              <p:spPr bwMode="auto">
                <a:xfrm>
                  <a:off x="192" y="448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0" name="Line 1849"/>
                <p:cNvSpPr>
                  <a:spLocks noChangeShapeType="1"/>
                </p:cNvSpPr>
                <p:nvPr/>
              </p:nvSpPr>
              <p:spPr bwMode="auto">
                <a:xfrm>
                  <a:off x="192" y="584"/>
                  <a:ext cx="4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1" name="Line 1850"/>
                <p:cNvSpPr>
                  <a:spLocks noChangeShapeType="1"/>
                </p:cNvSpPr>
                <p:nvPr/>
              </p:nvSpPr>
              <p:spPr bwMode="auto">
                <a:xfrm>
                  <a:off x="30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2" name="Line 1851"/>
                <p:cNvSpPr>
                  <a:spLocks noChangeShapeType="1"/>
                </p:cNvSpPr>
                <p:nvPr/>
              </p:nvSpPr>
              <p:spPr bwMode="auto">
                <a:xfrm>
                  <a:off x="422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3" name="Line 1852"/>
                <p:cNvSpPr>
                  <a:spLocks noChangeShapeType="1"/>
                </p:cNvSpPr>
                <p:nvPr/>
              </p:nvSpPr>
              <p:spPr bwMode="auto">
                <a:xfrm>
                  <a:off x="537" y="175"/>
                  <a:ext cx="0" cy="5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4" name="Line 1853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5" name="Line 1854"/>
                <p:cNvSpPr>
                  <a:spLocks noChangeShapeType="1"/>
                </p:cNvSpPr>
                <p:nvPr/>
              </p:nvSpPr>
              <p:spPr bwMode="auto">
                <a:xfrm>
                  <a:off x="19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6" name="Line 1855"/>
                <p:cNvSpPr>
                  <a:spLocks noChangeShapeType="1"/>
                </p:cNvSpPr>
                <p:nvPr/>
              </p:nvSpPr>
              <p:spPr bwMode="auto">
                <a:xfrm>
                  <a:off x="652" y="175"/>
                  <a:ext cx="0" cy="545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7" name="Line 1856"/>
                <p:cNvSpPr>
                  <a:spLocks noChangeShapeType="1"/>
                </p:cNvSpPr>
                <p:nvPr/>
              </p:nvSpPr>
              <p:spPr bwMode="auto">
                <a:xfrm>
                  <a:off x="192" y="720"/>
                  <a:ext cx="460" cy="0"/>
                </a:xfrm>
                <a:prstGeom prst="line">
                  <a:avLst/>
                </a:prstGeom>
                <a:noFill/>
                <a:ln w="19050" cap="sq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8" name="Oval 1857"/>
                <p:cNvSpPr>
                  <a:spLocks noChangeArrowheads="1"/>
                </p:cNvSpPr>
                <p:nvPr/>
              </p:nvSpPr>
              <p:spPr bwMode="auto">
                <a:xfrm>
                  <a:off x="317" y="1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771" name="Oval 1858"/>
              <p:cNvSpPr>
                <a:spLocks noChangeArrowheads="1"/>
              </p:cNvSpPr>
              <p:nvPr/>
            </p:nvSpPr>
            <p:spPr bwMode="auto">
              <a:xfrm>
                <a:off x="4824" y="1983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799" name="Group 2065"/>
          <p:cNvGrpSpPr>
            <a:grpSpLocks/>
          </p:cNvGrpSpPr>
          <p:nvPr/>
        </p:nvGrpSpPr>
        <p:grpSpPr bwMode="auto">
          <a:xfrm>
            <a:off x="8222596" y="3866518"/>
            <a:ext cx="730250" cy="1433513"/>
            <a:chOff x="4436" y="2378"/>
            <a:chExt cx="460" cy="903"/>
          </a:xfrm>
        </p:grpSpPr>
        <p:sp>
          <p:nvSpPr>
            <p:cNvPr id="800" name="Line 438"/>
            <p:cNvSpPr>
              <a:spLocks noChangeShapeType="1"/>
            </p:cNvSpPr>
            <p:nvPr/>
          </p:nvSpPr>
          <p:spPr bwMode="auto">
            <a:xfrm>
              <a:off x="4679" y="2378"/>
              <a:ext cx="0" cy="3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01" name="Group 1927"/>
            <p:cNvGrpSpPr>
              <a:grpSpLocks/>
            </p:cNvGrpSpPr>
            <p:nvPr/>
          </p:nvGrpSpPr>
          <p:grpSpPr bwMode="auto">
            <a:xfrm>
              <a:off x="4436" y="2736"/>
              <a:ext cx="460" cy="545"/>
              <a:chOff x="4436" y="2736"/>
              <a:chExt cx="460" cy="545"/>
            </a:xfrm>
          </p:grpSpPr>
          <p:sp>
            <p:nvSpPr>
              <p:cNvPr id="802" name="Oval 1894"/>
              <p:cNvSpPr>
                <a:spLocks noChangeArrowheads="1"/>
              </p:cNvSpPr>
              <p:nvPr/>
            </p:nvSpPr>
            <p:spPr bwMode="auto">
              <a:xfrm>
                <a:off x="4796" y="2895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803" name="Group 1896"/>
              <p:cNvGrpSpPr>
                <a:grpSpLocks/>
              </p:cNvGrpSpPr>
              <p:nvPr/>
            </p:nvGrpSpPr>
            <p:grpSpPr bwMode="auto">
              <a:xfrm>
                <a:off x="4436" y="2736"/>
                <a:ext cx="460" cy="545"/>
                <a:chOff x="4436" y="2736"/>
                <a:chExt cx="460" cy="545"/>
              </a:xfrm>
            </p:grpSpPr>
            <p:grpSp>
              <p:nvGrpSpPr>
                <p:cNvPr id="804" name="Group 1866"/>
                <p:cNvGrpSpPr>
                  <a:grpSpLocks/>
                </p:cNvGrpSpPr>
                <p:nvPr/>
              </p:nvGrpSpPr>
              <p:grpSpPr bwMode="auto">
                <a:xfrm>
                  <a:off x="4436" y="2736"/>
                  <a:ext cx="460" cy="545"/>
                  <a:chOff x="192" y="175"/>
                  <a:chExt cx="460" cy="545"/>
                </a:xfrm>
              </p:grpSpPr>
              <p:sp>
                <p:nvSpPr>
                  <p:cNvPr id="806" name="Rectangle 1867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07" name="Rectangle 1868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08" name="Rectangle 1869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09" name="Rectangle 1870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0" name="Rectangle 1871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1" name="Rectangle 1872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2" name="Rectangle 1873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3" name="Rectangle 1874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4" name="Rectangle 1875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5" name="Rectangle 1876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6" name="Rectangle 1877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7" name="Rectangle 1878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8" name="Rectangle 1879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19" name="Rectangle 1880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20" name="Rectangle 1881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21" name="Rectangle 1882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822" name="Line 1883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311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3" name="Line 1884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448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" name="Line 1885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584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5" name="Line 1886"/>
                  <p:cNvSpPr>
                    <a:spLocks noChangeShapeType="1"/>
                  </p:cNvSpPr>
                  <p:nvPr/>
                </p:nvSpPr>
                <p:spPr bwMode="auto">
                  <a:xfrm>
                    <a:off x="307" y="175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6" name="Line 1887"/>
                  <p:cNvSpPr>
                    <a:spLocks noChangeShapeType="1"/>
                  </p:cNvSpPr>
                  <p:nvPr/>
                </p:nvSpPr>
                <p:spPr bwMode="auto">
                  <a:xfrm>
                    <a:off x="422" y="175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7" name="Line 1888"/>
                  <p:cNvSpPr>
                    <a:spLocks noChangeShapeType="1"/>
                  </p:cNvSpPr>
                  <p:nvPr/>
                </p:nvSpPr>
                <p:spPr bwMode="auto">
                  <a:xfrm>
                    <a:off x="537" y="175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8" name="Line 1889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175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29" name="Line 1890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175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0" name="Line 1891"/>
                  <p:cNvSpPr>
                    <a:spLocks noChangeShapeType="1"/>
                  </p:cNvSpPr>
                  <p:nvPr/>
                </p:nvSpPr>
                <p:spPr bwMode="auto">
                  <a:xfrm>
                    <a:off x="652" y="175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1" name="Line 1892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720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832" name="Oval 1893"/>
                  <p:cNvSpPr>
                    <a:spLocks noChangeArrowheads="1"/>
                  </p:cNvSpPr>
                  <p:nvPr/>
                </p:nvSpPr>
                <p:spPr bwMode="auto">
                  <a:xfrm>
                    <a:off x="317" y="195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  <p:sp>
              <p:nvSpPr>
                <p:cNvPr id="805" name="Oval 1100"/>
                <p:cNvSpPr>
                  <a:spLocks noChangeArrowheads="1"/>
                </p:cNvSpPr>
                <p:nvPr/>
              </p:nvSpPr>
              <p:spPr bwMode="auto">
                <a:xfrm>
                  <a:off x="4452" y="3034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</p:grpSp>
      </p:grpSp>
      <p:grpSp>
        <p:nvGrpSpPr>
          <p:cNvPr id="833" name="Group 2066"/>
          <p:cNvGrpSpPr>
            <a:grpSpLocks/>
          </p:cNvGrpSpPr>
          <p:nvPr/>
        </p:nvGrpSpPr>
        <p:grpSpPr bwMode="auto">
          <a:xfrm>
            <a:off x="6469996" y="5300031"/>
            <a:ext cx="1990725" cy="1420812"/>
            <a:chOff x="3332" y="3281"/>
            <a:chExt cx="1254" cy="895"/>
          </a:xfrm>
        </p:grpSpPr>
        <p:sp>
          <p:nvSpPr>
            <p:cNvPr id="834" name="Line 862"/>
            <p:cNvSpPr>
              <a:spLocks noChangeShapeType="1"/>
            </p:cNvSpPr>
            <p:nvPr/>
          </p:nvSpPr>
          <p:spPr bwMode="auto">
            <a:xfrm flipH="1">
              <a:off x="3516" y="3281"/>
              <a:ext cx="1070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35" name="Group 1961"/>
            <p:cNvGrpSpPr>
              <a:grpSpLocks/>
            </p:cNvGrpSpPr>
            <p:nvPr/>
          </p:nvGrpSpPr>
          <p:grpSpPr bwMode="auto">
            <a:xfrm>
              <a:off x="3332" y="3631"/>
              <a:ext cx="460" cy="545"/>
              <a:chOff x="3332" y="3631"/>
              <a:chExt cx="460" cy="545"/>
            </a:xfrm>
          </p:grpSpPr>
          <p:grpSp>
            <p:nvGrpSpPr>
              <p:cNvPr id="836" name="Group 1928"/>
              <p:cNvGrpSpPr>
                <a:grpSpLocks/>
              </p:cNvGrpSpPr>
              <p:nvPr/>
            </p:nvGrpSpPr>
            <p:grpSpPr bwMode="auto">
              <a:xfrm>
                <a:off x="3332" y="3631"/>
                <a:ext cx="460" cy="545"/>
                <a:chOff x="4436" y="2736"/>
                <a:chExt cx="460" cy="545"/>
              </a:xfrm>
            </p:grpSpPr>
            <p:sp>
              <p:nvSpPr>
                <p:cNvPr id="838" name="Oval 1929"/>
                <p:cNvSpPr>
                  <a:spLocks noChangeArrowheads="1"/>
                </p:cNvSpPr>
                <p:nvPr/>
              </p:nvSpPr>
              <p:spPr bwMode="auto">
                <a:xfrm>
                  <a:off x="4796" y="28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839" name="Group 1930"/>
                <p:cNvGrpSpPr>
                  <a:grpSpLocks/>
                </p:cNvGrpSpPr>
                <p:nvPr/>
              </p:nvGrpSpPr>
              <p:grpSpPr bwMode="auto">
                <a:xfrm>
                  <a:off x="4436" y="2736"/>
                  <a:ext cx="460" cy="545"/>
                  <a:chOff x="4436" y="2736"/>
                  <a:chExt cx="460" cy="545"/>
                </a:xfrm>
              </p:grpSpPr>
              <p:grpSp>
                <p:nvGrpSpPr>
                  <p:cNvPr id="840" name="Group 1931"/>
                  <p:cNvGrpSpPr>
                    <a:grpSpLocks/>
                  </p:cNvGrpSpPr>
                  <p:nvPr/>
                </p:nvGrpSpPr>
                <p:grpSpPr bwMode="auto">
                  <a:xfrm>
                    <a:off x="4436" y="2736"/>
                    <a:ext cx="460" cy="545"/>
                    <a:chOff x="192" y="175"/>
                    <a:chExt cx="460" cy="545"/>
                  </a:xfrm>
                </p:grpSpPr>
                <p:sp>
                  <p:nvSpPr>
                    <p:cNvPr id="842" name="Rectangle 19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3" name="Rectangle 19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4" name="Rectangle 19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5" name="Rectangle 19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6" name="Rectangle 19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7" name="Rectangle 19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8" name="Rectangle 19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49" name="Rectangle 19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0" name="Rectangle 19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1" name="Rectangle 19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2" name="Rectangle 19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3" name="Rectangle 19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4" name="Rectangle 19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5" name="Rectangle 19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6" name="Rectangle 19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7" name="Rectangle 19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58" name="Line 19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311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9" name="Line 19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448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0" name="Line 19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584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1" name="Line 19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" name="Line 19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2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3" name="Line 19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7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4" name="Line 19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175"/>
                      <a:ext cx="460" cy="0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" name="Line 19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175"/>
                      <a:ext cx="0" cy="545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6" name="Line 19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52" y="175"/>
                      <a:ext cx="0" cy="545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7" name="Line 19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720"/>
                      <a:ext cx="460" cy="0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8" name="Oval 19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" y="195"/>
                      <a:ext cx="86" cy="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/>
                    <a:p>
                      <a:pPr eaLnBrk="1" hangingPunct="1"/>
                      <a:endParaRPr lang="zh-CN" altLang="en-US">
                        <a:ea typeface="宋体" charset="-122"/>
                      </a:endParaRPr>
                    </a:p>
                  </p:txBody>
                </p:sp>
              </p:grpSp>
              <p:sp>
                <p:nvSpPr>
                  <p:cNvPr id="841" name="Oval 1959"/>
                  <p:cNvSpPr>
                    <a:spLocks noChangeArrowheads="1"/>
                  </p:cNvSpPr>
                  <p:nvPr/>
                </p:nvSpPr>
                <p:spPr bwMode="auto">
                  <a:xfrm>
                    <a:off x="4452" y="303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</p:grpSp>
          <p:sp>
            <p:nvSpPr>
              <p:cNvPr id="837" name="Oval 1960"/>
              <p:cNvSpPr>
                <a:spLocks noChangeArrowheads="1"/>
              </p:cNvSpPr>
              <p:nvPr/>
            </p:nvSpPr>
            <p:spPr bwMode="auto">
              <a:xfrm>
                <a:off x="3350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869" name="Group 2067"/>
          <p:cNvGrpSpPr>
            <a:grpSpLocks/>
          </p:cNvGrpSpPr>
          <p:nvPr/>
        </p:nvGrpSpPr>
        <p:grpSpPr bwMode="auto">
          <a:xfrm>
            <a:off x="7384396" y="5309556"/>
            <a:ext cx="1228725" cy="1411287"/>
            <a:chOff x="3908" y="3287"/>
            <a:chExt cx="774" cy="889"/>
          </a:xfrm>
        </p:grpSpPr>
        <p:sp>
          <p:nvSpPr>
            <p:cNvPr id="870" name="Line 895"/>
            <p:cNvSpPr>
              <a:spLocks noChangeShapeType="1"/>
            </p:cNvSpPr>
            <p:nvPr/>
          </p:nvSpPr>
          <p:spPr bwMode="auto">
            <a:xfrm flipH="1">
              <a:off x="4158" y="3287"/>
              <a:ext cx="524" cy="3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71" name="Group 1995"/>
            <p:cNvGrpSpPr>
              <a:grpSpLocks/>
            </p:cNvGrpSpPr>
            <p:nvPr/>
          </p:nvGrpSpPr>
          <p:grpSpPr bwMode="auto">
            <a:xfrm>
              <a:off x="3908" y="3631"/>
              <a:ext cx="460" cy="545"/>
              <a:chOff x="3908" y="3631"/>
              <a:chExt cx="460" cy="545"/>
            </a:xfrm>
          </p:grpSpPr>
          <p:grpSp>
            <p:nvGrpSpPr>
              <p:cNvPr id="872" name="Group 1962"/>
              <p:cNvGrpSpPr>
                <a:grpSpLocks/>
              </p:cNvGrpSpPr>
              <p:nvPr/>
            </p:nvGrpSpPr>
            <p:grpSpPr bwMode="auto">
              <a:xfrm>
                <a:off x="3908" y="3631"/>
                <a:ext cx="460" cy="545"/>
                <a:chOff x="4436" y="2736"/>
                <a:chExt cx="460" cy="545"/>
              </a:xfrm>
            </p:grpSpPr>
            <p:sp>
              <p:nvSpPr>
                <p:cNvPr id="874" name="Oval 1963"/>
                <p:cNvSpPr>
                  <a:spLocks noChangeArrowheads="1"/>
                </p:cNvSpPr>
                <p:nvPr/>
              </p:nvSpPr>
              <p:spPr bwMode="auto">
                <a:xfrm>
                  <a:off x="4796" y="28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875" name="Group 1964"/>
                <p:cNvGrpSpPr>
                  <a:grpSpLocks/>
                </p:cNvGrpSpPr>
                <p:nvPr/>
              </p:nvGrpSpPr>
              <p:grpSpPr bwMode="auto">
                <a:xfrm>
                  <a:off x="4436" y="2736"/>
                  <a:ext cx="460" cy="545"/>
                  <a:chOff x="4436" y="2736"/>
                  <a:chExt cx="460" cy="545"/>
                </a:xfrm>
              </p:grpSpPr>
              <p:grpSp>
                <p:nvGrpSpPr>
                  <p:cNvPr id="876" name="Group 1965"/>
                  <p:cNvGrpSpPr>
                    <a:grpSpLocks/>
                  </p:cNvGrpSpPr>
                  <p:nvPr/>
                </p:nvGrpSpPr>
                <p:grpSpPr bwMode="auto">
                  <a:xfrm>
                    <a:off x="4436" y="2736"/>
                    <a:ext cx="460" cy="545"/>
                    <a:chOff x="192" y="175"/>
                    <a:chExt cx="460" cy="545"/>
                  </a:xfrm>
                </p:grpSpPr>
                <p:sp>
                  <p:nvSpPr>
                    <p:cNvPr id="878" name="Rectangle 19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79" name="Rectangle 19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0" name="Rectangle 19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1" name="Rectangle 19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2" name="Rectangle 19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3" name="Rectangle 19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4" name="Rectangle 19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5" name="Rectangle 19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6" name="Rectangle 19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7" name="Rectangle 19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8" name="Rectangle 19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89" name="Rectangle 19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90" name="Rectangle 19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91" name="Rectangle 19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92" name="Rectangle 19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93" name="Rectangle 19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894" name="Line 19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311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5" name="Line 19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448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6" name="Line 19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584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7" name="Line 19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8" name="Line 19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2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99" name="Line 19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7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0" name="Line 19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175"/>
                      <a:ext cx="460" cy="0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1" name="Line 19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175"/>
                      <a:ext cx="0" cy="545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2" name="Line 19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52" y="175"/>
                      <a:ext cx="0" cy="545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3" name="Line 199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720"/>
                      <a:ext cx="460" cy="0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04" name="Oval 19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" y="195"/>
                      <a:ext cx="86" cy="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/>
                    <a:p>
                      <a:pPr eaLnBrk="1" hangingPunct="1"/>
                      <a:endParaRPr lang="zh-CN" altLang="en-US">
                        <a:ea typeface="宋体" charset="-122"/>
                      </a:endParaRPr>
                    </a:p>
                  </p:txBody>
                </p:sp>
              </p:grpSp>
              <p:sp>
                <p:nvSpPr>
                  <p:cNvPr id="877" name="Oval 1993"/>
                  <p:cNvSpPr>
                    <a:spLocks noChangeArrowheads="1"/>
                  </p:cNvSpPr>
                  <p:nvPr/>
                </p:nvSpPr>
                <p:spPr bwMode="auto">
                  <a:xfrm>
                    <a:off x="4452" y="303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</p:grpSp>
          <p:sp>
            <p:nvSpPr>
              <p:cNvPr id="873" name="Oval 1994"/>
              <p:cNvSpPr>
                <a:spLocks noChangeArrowheads="1"/>
              </p:cNvSpPr>
              <p:nvPr/>
            </p:nvSpPr>
            <p:spPr bwMode="auto">
              <a:xfrm>
                <a:off x="4039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905" name="Group 2068"/>
          <p:cNvGrpSpPr>
            <a:grpSpLocks/>
          </p:cNvGrpSpPr>
          <p:nvPr/>
        </p:nvGrpSpPr>
        <p:grpSpPr bwMode="auto">
          <a:xfrm>
            <a:off x="8298796" y="5319081"/>
            <a:ext cx="730250" cy="1401762"/>
            <a:chOff x="4484" y="3293"/>
            <a:chExt cx="460" cy="883"/>
          </a:xfrm>
        </p:grpSpPr>
        <p:sp>
          <p:nvSpPr>
            <p:cNvPr id="906" name="Line 928"/>
            <p:cNvSpPr>
              <a:spLocks noChangeShapeType="1"/>
            </p:cNvSpPr>
            <p:nvPr/>
          </p:nvSpPr>
          <p:spPr bwMode="auto">
            <a:xfrm flipH="1">
              <a:off x="4714" y="3293"/>
              <a:ext cx="82" cy="317"/>
            </a:xfrm>
            <a:prstGeom prst="line">
              <a:avLst/>
            </a:prstGeom>
            <a:noFill/>
            <a:ln w="25400">
              <a:solidFill>
                <a:srgbClr val="C8049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907" name="Group 2029"/>
            <p:cNvGrpSpPr>
              <a:grpSpLocks/>
            </p:cNvGrpSpPr>
            <p:nvPr/>
          </p:nvGrpSpPr>
          <p:grpSpPr bwMode="auto">
            <a:xfrm>
              <a:off x="4484" y="3631"/>
              <a:ext cx="460" cy="545"/>
              <a:chOff x="4484" y="3631"/>
              <a:chExt cx="460" cy="545"/>
            </a:xfrm>
          </p:grpSpPr>
          <p:sp>
            <p:nvSpPr>
              <p:cNvPr id="908" name="Oval 1997"/>
              <p:cNvSpPr>
                <a:spLocks noChangeArrowheads="1"/>
              </p:cNvSpPr>
              <p:nvPr/>
            </p:nvSpPr>
            <p:spPr bwMode="auto">
              <a:xfrm>
                <a:off x="4844" y="3790"/>
                <a:ext cx="86" cy="86"/>
              </a:xfrm>
              <a:prstGeom prst="ellipse">
                <a:avLst/>
              </a:prstGeom>
              <a:solidFill>
                <a:srgbClr val="C80495"/>
              </a:solidFill>
              <a:ln w="28575">
                <a:solidFill>
                  <a:srgbClr val="C80495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909" name="Group 1998"/>
              <p:cNvGrpSpPr>
                <a:grpSpLocks/>
              </p:cNvGrpSpPr>
              <p:nvPr/>
            </p:nvGrpSpPr>
            <p:grpSpPr bwMode="auto">
              <a:xfrm>
                <a:off x="4484" y="3631"/>
                <a:ext cx="460" cy="545"/>
                <a:chOff x="4436" y="2736"/>
                <a:chExt cx="460" cy="545"/>
              </a:xfrm>
            </p:grpSpPr>
            <p:grpSp>
              <p:nvGrpSpPr>
                <p:cNvPr id="911" name="Group 1999"/>
                <p:cNvGrpSpPr>
                  <a:grpSpLocks/>
                </p:cNvGrpSpPr>
                <p:nvPr/>
              </p:nvGrpSpPr>
              <p:grpSpPr bwMode="auto">
                <a:xfrm>
                  <a:off x="4436" y="2736"/>
                  <a:ext cx="460" cy="545"/>
                  <a:chOff x="192" y="175"/>
                  <a:chExt cx="460" cy="545"/>
                </a:xfrm>
              </p:grpSpPr>
              <p:sp>
                <p:nvSpPr>
                  <p:cNvPr id="913" name="Rectangle 2000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14" name="Rectangle 2001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15" name="Rectangle 2002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16" name="Rectangle 2003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584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17" name="Rectangle 2004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18" name="Rectangle 2005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19" name="Rectangle 2006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0" name="Rectangle 2007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448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1" name="Rectangle 2008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2" name="Rectangle 2009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3" name="Rectangle 2010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4" name="Rectangle 2011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311"/>
                    <a:ext cx="115" cy="13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5" name="Rectangle 2012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6" name="Rectangle 2013"/>
                  <p:cNvSpPr>
                    <a:spLocks noChangeArrowheads="1"/>
                  </p:cNvSpPr>
                  <p:nvPr/>
                </p:nvSpPr>
                <p:spPr bwMode="auto">
                  <a:xfrm>
                    <a:off x="422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7" name="Rectangle 2014"/>
                  <p:cNvSpPr>
                    <a:spLocks noChangeArrowheads="1"/>
                  </p:cNvSpPr>
                  <p:nvPr/>
                </p:nvSpPr>
                <p:spPr bwMode="auto">
                  <a:xfrm>
                    <a:off x="307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8" name="Rectangle 2015"/>
                  <p:cNvSpPr>
                    <a:spLocks noChangeArrowheads="1"/>
                  </p:cNvSpPr>
                  <p:nvPr/>
                </p:nvSpPr>
                <p:spPr bwMode="auto">
                  <a:xfrm>
                    <a:off x="192" y="175"/>
                    <a:ext cx="115" cy="1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chemeClr val="hlink"/>
                      </a:buClr>
                      <a:buSzPct val="110000"/>
                      <a:buFont typeface="Wingdings" pitchFamily="2" charset="2"/>
                      <a:buNone/>
                    </a:pPr>
                    <a:endParaRPr lang="zh-CN" altLang="en-US" sz="5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endParaRPr>
                  </a:p>
                </p:txBody>
              </p:sp>
              <p:sp>
                <p:nvSpPr>
                  <p:cNvPr id="929" name="Line 2016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311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0" name="Line 2017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448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1" name="Line 2018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584"/>
                    <a:ext cx="46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2" name="Line 2019"/>
                  <p:cNvSpPr>
                    <a:spLocks noChangeShapeType="1"/>
                  </p:cNvSpPr>
                  <p:nvPr/>
                </p:nvSpPr>
                <p:spPr bwMode="auto">
                  <a:xfrm>
                    <a:off x="307" y="175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3" name="Line 2020"/>
                  <p:cNvSpPr>
                    <a:spLocks noChangeShapeType="1"/>
                  </p:cNvSpPr>
                  <p:nvPr/>
                </p:nvSpPr>
                <p:spPr bwMode="auto">
                  <a:xfrm>
                    <a:off x="422" y="175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4" name="Line 2021"/>
                  <p:cNvSpPr>
                    <a:spLocks noChangeShapeType="1"/>
                  </p:cNvSpPr>
                  <p:nvPr/>
                </p:nvSpPr>
                <p:spPr bwMode="auto">
                  <a:xfrm>
                    <a:off x="537" y="175"/>
                    <a:ext cx="0" cy="545"/>
                  </a:xfrm>
                  <a:prstGeom prst="line">
                    <a:avLst/>
                  </a:prstGeom>
                  <a:noFill/>
                  <a:ln w="19050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5" name="Line 2022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175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6" name="Line 2023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175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7" name="Line 2024"/>
                  <p:cNvSpPr>
                    <a:spLocks noChangeShapeType="1"/>
                  </p:cNvSpPr>
                  <p:nvPr/>
                </p:nvSpPr>
                <p:spPr bwMode="auto">
                  <a:xfrm>
                    <a:off x="652" y="175"/>
                    <a:ext cx="0" cy="545"/>
                  </a:xfrm>
                  <a:prstGeom prst="line">
                    <a:avLst/>
                  </a:prstGeom>
                  <a:noFill/>
                  <a:ln w="19050" cap="sq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8" name="Line 2025"/>
                  <p:cNvSpPr>
                    <a:spLocks noChangeShapeType="1"/>
                  </p:cNvSpPr>
                  <p:nvPr/>
                </p:nvSpPr>
                <p:spPr bwMode="auto">
                  <a:xfrm>
                    <a:off x="192" y="720"/>
                    <a:ext cx="460" cy="0"/>
                  </a:xfrm>
                  <a:prstGeom prst="line">
                    <a:avLst/>
                  </a:prstGeom>
                  <a:noFill/>
                  <a:ln w="19050" cap="sq">
                    <a:solidFill>
                      <a:srgbClr val="C80495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939" name="Oval 2026"/>
                  <p:cNvSpPr>
                    <a:spLocks noChangeArrowheads="1"/>
                  </p:cNvSpPr>
                  <p:nvPr/>
                </p:nvSpPr>
                <p:spPr bwMode="auto">
                  <a:xfrm>
                    <a:off x="317" y="195"/>
                    <a:ext cx="86" cy="86"/>
                  </a:xfrm>
                  <a:prstGeom prst="ellipse">
                    <a:avLst/>
                  </a:prstGeom>
                  <a:solidFill>
                    <a:srgbClr val="C80495"/>
                  </a:solidFill>
                  <a:ln w="28575">
                    <a:solidFill>
                      <a:srgbClr val="C80495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  <p:sp>
              <p:nvSpPr>
                <p:cNvPr id="912" name="Oval 2027"/>
                <p:cNvSpPr>
                  <a:spLocks noChangeArrowheads="1"/>
                </p:cNvSpPr>
                <p:nvPr/>
              </p:nvSpPr>
              <p:spPr bwMode="auto">
                <a:xfrm>
                  <a:off x="4452" y="3034"/>
                  <a:ext cx="86" cy="86"/>
                </a:xfrm>
                <a:prstGeom prst="ellipse">
                  <a:avLst/>
                </a:prstGeom>
                <a:solidFill>
                  <a:srgbClr val="C80495"/>
                </a:solidFill>
                <a:ln w="28575">
                  <a:solidFill>
                    <a:srgbClr val="C80495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</p:grpSp>
          <p:sp>
            <p:nvSpPr>
              <p:cNvPr id="910" name="Oval 2028"/>
              <p:cNvSpPr>
                <a:spLocks noChangeArrowheads="1"/>
              </p:cNvSpPr>
              <p:nvPr/>
            </p:nvSpPr>
            <p:spPr bwMode="auto">
              <a:xfrm>
                <a:off x="4726" y="4064"/>
                <a:ext cx="86" cy="86"/>
              </a:xfrm>
              <a:prstGeom prst="ellipse">
                <a:avLst/>
              </a:prstGeom>
              <a:solidFill>
                <a:srgbClr val="C80495"/>
              </a:solidFill>
              <a:ln w="28575">
                <a:solidFill>
                  <a:srgbClr val="C80495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</p:grpSp>
      </p:grpSp>
      <p:grpSp>
        <p:nvGrpSpPr>
          <p:cNvPr id="940" name="Group 2069"/>
          <p:cNvGrpSpPr>
            <a:grpSpLocks/>
          </p:cNvGrpSpPr>
          <p:nvPr/>
        </p:nvGrpSpPr>
        <p:grpSpPr bwMode="auto">
          <a:xfrm>
            <a:off x="8975071" y="5300031"/>
            <a:ext cx="968375" cy="1420812"/>
            <a:chOff x="4910" y="3281"/>
            <a:chExt cx="610" cy="895"/>
          </a:xfrm>
        </p:grpSpPr>
        <p:sp>
          <p:nvSpPr>
            <p:cNvPr id="941" name="Line 961"/>
            <p:cNvSpPr>
              <a:spLocks noChangeShapeType="1"/>
            </p:cNvSpPr>
            <p:nvPr/>
          </p:nvSpPr>
          <p:spPr bwMode="auto">
            <a:xfrm>
              <a:off x="4910" y="3281"/>
              <a:ext cx="374" cy="32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942" name="Group 2062"/>
            <p:cNvGrpSpPr>
              <a:grpSpLocks/>
            </p:cNvGrpSpPr>
            <p:nvPr/>
          </p:nvGrpSpPr>
          <p:grpSpPr bwMode="auto">
            <a:xfrm>
              <a:off x="5060" y="3631"/>
              <a:ext cx="460" cy="545"/>
              <a:chOff x="5060" y="3631"/>
              <a:chExt cx="460" cy="545"/>
            </a:xfrm>
          </p:grpSpPr>
          <p:sp>
            <p:nvSpPr>
              <p:cNvPr id="943" name="Oval 1099"/>
              <p:cNvSpPr>
                <a:spLocks noChangeArrowheads="1"/>
              </p:cNvSpPr>
              <p:nvPr/>
            </p:nvSpPr>
            <p:spPr bwMode="auto">
              <a:xfrm>
                <a:off x="5424" y="406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944" name="Group 2030"/>
              <p:cNvGrpSpPr>
                <a:grpSpLocks/>
              </p:cNvGrpSpPr>
              <p:nvPr/>
            </p:nvGrpSpPr>
            <p:grpSpPr bwMode="auto">
              <a:xfrm>
                <a:off x="5060" y="3631"/>
                <a:ext cx="460" cy="545"/>
                <a:chOff x="4436" y="2736"/>
                <a:chExt cx="460" cy="545"/>
              </a:xfrm>
            </p:grpSpPr>
            <p:sp>
              <p:nvSpPr>
                <p:cNvPr id="945" name="Oval 2031"/>
                <p:cNvSpPr>
                  <a:spLocks noChangeArrowheads="1"/>
                </p:cNvSpPr>
                <p:nvPr/>
              </p:nvSpPr>
              <p:spPr bwMode="auto">
                <a:xfrm>
                  <a:off x="4796" y="2895"/>
                  <a:ext cx="86" cy="86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946" name="Group 2032"/>
                <p:cNvGrpSpPr>
                  <a:grpSpLocks/>
                </p:cNvGrpSpPr>
                <p:nvPr/>
              </p:nvGrpSpPr>
              <p:grpSpPr bwMode="auto">
                <a:xfrm>
                  <a:off x="4436" y="2736"/>
                  <a:ext cx="460" cy="545"/>
                  <a:chOff x="4436" y="2736"/>
                  <a:chExt cx="460" cy="545"/>
                </a:xfrm>
              </p:grpSpPr>
              <p:grpSp>
                <p:nvGrpSpPr>
                  <p:cNvPr id="947" name="Group 2033"/>
                  <p:cNvGrpSpPr>
                    <a:grpSpLocks/>
                  </p:cNvGrpSpPr>
                  <p:nvPr/>
                </p:nvGrpSpPr>
                <p:grpSpPr bwMode="auto">
                  <a:xfrm>
                    <a:off x="4436" y="2736"/>
                    <a:ext cx="460" cy="545"/>
                    <a:chOff x="192" y="175"/>
                    <a:chExt cx="460" cy="545"/>
                  </a:xfrm>
                </p:grpSpPr>
                <p:sp>
                  <p:nvSpPr>
                    <p:cNvPr id="949" name="Rectangle 20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0" name="Rectangle 20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1" name="Rectangle 20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2" name="Rectangle 20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584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3" name="Rectangle 20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4" name="Rectangle 20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5" name="Rectangle 20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6" name="Rectangle 20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448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7" name="Rectangle 20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8" name="Rectangle 20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59" name="Rectangle 20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60" name="Rectangle 20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311"/>
                      <a:ext cx="115" cy="1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61" name="Rectangle 20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7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62" name="Rectangle 20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2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63" name="Rectangle 20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64" name="Rectangle 20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2" y="175"/>
                      <a:ext cx="115" cy="1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</a:pPr>
                      <a:endParaRPr lang="zh-CN" altLang="en-US" sz="500">
                        <a:solidFill>
                          <a:schemeClr val="tx1"/>
                        </a:solidFill>
                        <a:latin typeface="Tahoma" pitchFamily="34" charset="0"/>
                        <a:ea typeface="宋体" charset="-122"/>
                      </a:endParaRPr>
                    </a:p>
                  </p:txBody>
                </p:sp>
                <p:sp>
                  <p:nvSpPr>
                    <p:cNvPr id="965" name="Line 20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311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6" name="Line 20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448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7" name="Line 20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584"/>
                      <a:ext cx="46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8" name="Line 20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69" name="Line 20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2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0" name="Line 20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7" y="175"/>
                      <a:ext cx="0" cy="5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1" name="Line 20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175"/>
                      <a:ext cx="460" cy="0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2" name="Line 20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175"/>
                      <a:ext cx="0" cy="545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3" name="Line 20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52" y="175"/>
                      <a:ext cx="0" cy="545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4" name="Line 20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2" y="720"/>
                      <a:ext cx="460" cy="0"/>
                    </a:xfrm>
                    <a:prstGeom prst="line">
                      <a:avLst/>
                    </a:prstGeom>
                    <a:noFill/>
                    <a:ln w="19050" cap="sq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75" name="Oval 20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" y="195"/>
                      <a:ext cx="86" cy="8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</p:spPr>
                  <p:txBody>
                    <a:bodyPr wrap="none" anchor="ctr"/>
                    <a:lstStyle/>
                    <a:p>
                      <a:pPr eaLnBrk="1" hangingPunct="1"/>
                      <a:endParaRPr lang="zh-CN" altLang="en-US">
                        <a:ea typeface="宋体" charset="-122"/>
                      </a:endParaRPr>
                    </a:p>
                  </p:txBody>
                </p:sp>
              </p:grpSp>
              <p:sp>
                <p:nvSpPr>
                  <p:cNvPr id="948" name="Oval 2061"/>
                  <p:cNvSpPr>
                    <a:spLocks noChangeArrowheads="1"/>
                  </p:cNvSpPr>
                  <p:nvPr/>
                </p:nvSpPr>
                <p:spPr bwMode="auto">
                  <a:xfrm>
                    <a:off x="4452" y="3034"/>
                    <a:ext cx="86" cy="86"/>
                  </a:xfrm>
                  <a:prstGeom prst="ellipse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pPr eaLnBrk="1" hangingPunct="1"/>
                    <a:endParaRPr lang="zh-CN" altLang="en-US">
                      <a:ea typeface="宋体" charset="-122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38299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数据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的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定义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477699" y="1897576"/>
            <a:ext cx="9365064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 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i 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——</a:t>
            </a:r>
            <a:r>
              <a:rPr kumimoji="1" lang="en-US" altLang="zh-CN" sz="3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第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 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行（个）皇后，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1 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  <a:sym typeface="Symbol" pitchFamily="18" charset="2"/>
              </a:rPr>
              <a:t>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i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  <a:sym typeface="Symbol" pitchFamily="18" charset="2"/>
              </a:rPr>
              <a:t>  8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 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j 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——</a:t>
            </a:r>
            <a:r>
              <a:rPr kumimoji="1" lang="en-US" altLang="zh-CN" sz="3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第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j </a:t>
            </a: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列， 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1 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  <a:sym typeface="Symbol" pitchFamily="18" charset="2"/>
              </a:rPr>
              <a:t>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j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  <a:sym typeface="Symbol" pitchFamily="18" charset="2"/>
              </a:rPr>
              <a:t>  8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  <a:endParaRPr kumimoji="1" lang="zh-CN" altLang="en-US" sz="3600" b="1">
              <a:solidFill>
                <a:schemeClr val="tx1"/>
              </a:solidFill>
              <a:ea typeface="宋体" charset="-122"/>
            </a:endParaRP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  </a:t>
            </a:r>
            <a:r>
              <a:rPr kumimoji="1" lang="en-US" altLang="zh-CN" sz="3600" b="1" i="1">
                <a:solidFill>
                  <a:schemeClr val="tx1"/>
                </a:solidFill>
                <a:ea typeface="宋体" charset="-122"/>
              </a:rPr>
              <a:t>Q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ueen[i] 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——</a:t>
            </a:r>
            <a:r>
              <a:rPr kumimoji="1" lang="en-US" altLang="zh-CN" sz="3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第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i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行皇后所在的列；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Column[j]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——</a:t>
            </a:r>
            <a:r>
              <a:rPr kumimoji="1" lang="en-US" altLang="zh-CN" sz="3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第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j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列是否</a:t>
            </a:r>
            <a:r>
              <a:rPr kumimoji="1" lang="zh-CN" altLang="en-US" sz="3600" b="1">
                <a:solidFill>
                  <a:srgbClr val="0000FF"/>
                </a:solidFill>
                <a:latin typeface="宋体" charset="-122"/>
                <a:ea typeface="宋体" charset="-122"/>
              </a:rPr>
              <a:t>安全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，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{0, 1}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61236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2110089" y="4114800"/>
            <a:ext cx="304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319639" y="188913"/>
            <a:ext cx="7772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     </a:t>
            </a:r>
            <a:r>
              <a:rPr kumimoji="1" lang="en-US" altLang="zh-CN" sz="2800" b="1">
                <a:solidFill>
                  <a:schemeClr val="tx1"/>
                </a:solidFill>
                <a:ea typeface="黑体" pitchFamily="49" charset="-122"/>
                <a:cs typeface="Times New Roman" pitchFamily="18" charset="0"/>
              </a:rPr>
              <a:t>1       2         3        4         5         6        7         8</a:t>
            </a:r>
          </a:p>
        </p:txBody>
      </p:sp>
      <p:graphicFrame>
        <p:nvGraphicFramePr>
          <p:cNvPr id="12" name="Group 2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43374"/>
              </p:ext>
            </p:extLst>
          </p:nvPr>
        </p:nvGraphicFramePr>
        <p:xfrm>
          <a:off x="2381552" y="796925"/>
          <a:ext cx="7539037" cy="5614988"/>
        </p:xfrm>
        <a:graphic>
          <a:graphicData uri="http://schemas.openxmlformats.org/drawingml/2006/table">
            <a:tbl>
              <a:tblPr/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3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00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230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00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230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230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00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230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00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230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00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00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DF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97"/>
          <p:cNvSpPr>
            <a:spLocks noChangeArrowheads="1"/>
          </p:cNvSpPr>
          <p:nvPr/>
        </p:nvSpPr>
        <p:spPr bwMode="auto">
          <a:xfrm>
            <a:off x="1719564" y="927100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</a:p>
        </p:txBody>
      </p:sp>
      <p:sp>
        <p:nvSpPr>
          <p:cNvPr id="14" name="Rectangle 98"/>
          <p:cNvSpPr>
            <a:spLocks noChangeArrowheads="1"/>
          </p:cNvSpPr>
          <p:nvPr/>
        </p:nvSpPr>
        <p:spPr bwMode="auto">
          <a:xfrm>
            <a:off x="1719564" y="1630363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</a:p>
        </p:txBody>
      </p:sp>
      <p:sp>
        <p:nvSpPr>
          <p:cNvPr id="15" name="Rectangle 99"/>
          <p:cNvSpPr>
            <a:spLocks noChangeArrowheads="1"/>
          </p:cNvSpPr>
          <p:nvPr/>
        </p:nvSpPr>
        <p:spPr bwMode="auto">
          <a:xfrm>
            <a:off x="1719564" y="2333625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</a:p>
        </p:txBody>
      </p:sp>
      <p:sp>
        <p:nvSpPr>
          <p:cNvPr id="16" name="Rectangle 100"/>
          <p:cNvSpPr>
            <a:spLocks noChangeArrowheads="1"/>
          </p:cNvSpPr>
          <p:nvPr/>
        </p:nvSpPr>
        <p:spPr bwMode="auto">
          <a:xfrm>
            <a:off x="1719564" y="3036888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</a:t>
            </a:r>
          </a:p>
        </p:txBody>
      </p:sp>
      <p:sp>
        <p:nvSpPr>
          <p:cNvPr id="17" name="Rectangle 101"/>
          <p:cNvSpPr>
            <a:spLocks noChangeArrowheads="1"/>
          </p:cNvSpPr>
          <p:nvPr/>
        </p:nvSpPr>
        <p:spPr bwMode="auto">
          <a:xfrm>
            <a:off x="1719564" y="3741738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</a:p>
        </p:txBody>
      </p:sp>
      <p:sp>
        <p:nvSpPr>
          <p:cNvPr id="18" name="Rectangle 102"/>
          <p:cNvSpPr>
            <a:spLocks noChangeArrowheads="1"/>
          </p:cNvSpPr>
          <p:nvPr/>
        </p:nvSpPr>
        <p:spPr bwMode="auto">
          <a:xfrm>
            <a:off x="1719564" y="4445000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6</a:t>
            </a:r>
          </a:p>
        </p:txBody>
      </p:sp>
      <p:sp>
        <p:nvSpPr>
          <p:cNvPr id="19" name="Rectangle 103"/>
          <p:cNvSpPr>
            <a:spLocks noChangeArrowheads="1"/>
          </p:cNvSpPr>
          <p:nvPr/>
        </p:nvSpPr>
        <p:spPr bwMode="auto">
          <a:xfrm>
            <a:off x="1719564" y="5148263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7</a:t>
            </a:r>
          </a:p>
        </p:txBody>
      </p:sp>
      <p:sp>
        <p:nvSpPr>
          <p:cNvPr id="20" name="Rectangle 104"/>
          <p:cNvSpPr>
            <a:spLocks noChangeArrowheads="1"/>
          </p:cNvSpPr>
          <p:nvPr/>
        </p:nvSpPr>
        <p:spPr bwMode="auto">
          <a:xfrm>
            <a:off x="1719564" y="5853113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8</a:t>
            </a:r>
          </a:p>
        </p:txBody>
      </p:sp>
      <p:sp>
        <p:nvSpPr>
          <p:cNvPr id="21" name="Oval 5"/>
          <p:cNvSpPr>
            <a:spLocks noChangeArrowheads="1"/>
          </p:cNvSpPr>
          <p:nvPr/>
        </p:nvSpPr>
        <p:spPr bwMode="auto">
          <a:xfrm>
            <a:off x="5483527" y="2349500"/>
            <a:ext cx="436562" cy="469900"/>
          </a:xfrm>
          <a:prstGeom prst="ellipse">
            <a:avLst/>
          </a:prstGeom>
          <a:solidFill>
            <a:schemeClr val="tx2">
              <a:alpha val="7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40245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数据</a:t>
            </a:r>
            <a:r>
              <a:rPr lang="zh-CN" altLang="en-US" sz="4800">
                <a:solidFill>
                  <a:schemeClr val="accent2"/>
                </a:solidFill>
                <a:latin typeface="隶书" pitchFamily="49" charset="-122"/>
                <a:ea typeface="隶书" pitchFamily="49" charset="-122"/>
              </a:rPr>
              <a:t>的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定义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262503" y="2075757"/>
            <a:ext cx="9459641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3600" b="1">
                <a:solidFill>
                  <a:schemeClr val="tx1"/>
                </a:solidFill>
                <a:ea typeface="宋体" charset="-122"/>
              </a:rPr>
              <a:t> 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Down[-7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..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</a:rPr>
              <a:t>7 ]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——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记录每一条从上到下的对</a:t>
            </a:r>
            <a:b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</a:b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                  角线，是否安全，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{0,1}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 </a:t>
            </a:r>
            <a:r>
              <a:rPr kumimoji="1"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Up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[2..16]</a:t>
            </a:r>
            <a:r>
              <a:rPr kumimoji="1" lang="en-US" altLang="zh-CN" sz="3600" b="1">
                <a:solidFill>
                  <a:schemeClr val="tx1"/>
                </a:solidFill>
                <a:ea typeface="黑体" pitchFamily="49" charset="-122"/>
              </a:rPr>
              <a:t>——</a:t>
            </a: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记录每一条从下到上的对角</a:t>
            </a:r>
            <a:b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</a:br>
            <a:r>
              <a:rPr kumimoji="1" lang="zh-CN" altLang="en-US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                角线，是否安全，</a:t>
            </a:r>
            <a:r>
              <a:rPr kumimoji="1" lang="en-US" altLang="zh-CN" sz="3600" b="1">
                <a:solidFill>
                  <a:schemeClr val="tx1"/>
                </a:solidFill>
                <a:latin typeface="宋体" charset="-122"/>
                <a:ea typeface="宋体" charset="-122"/>
              </a:rPr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30894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思路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11484" y="1399258"/>
            <a:ext cx="10170188" cy="4130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</a:pP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利用以上的数据定义：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当我们需要在棋盘的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( i, j ) 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位置摆放一个皇后的时候，可以通过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Column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数组、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Down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数组和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Up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数组的相应元素，来判断该位置是否安全；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当我们已经在棋盘的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( i, j ) 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位置摆放了一个皇后以后，就应该去修改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Column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数组、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Down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数组和</a:t>
            </a:r>
            <a:r>
              <a:rPr kumimoji="1" lang="en-US" altLang="zh-CN" b="1">
                <a:solidFill>
                  <a:schemeClr val="tx1"/>
                </a:solidFill>
                <a:ea typeface="黑体" pitchFamily="49" charset="-122"/>
              </a:rPr>
              <a:t>Up</a:t>
            </a:r>
            <a:r>
              <a:rPr kumimoji="1" lang="zh-CN" altLang="en-US" b="1">
                <a:solidFill>
                  <a:schemeClr val="tx1"/>
                </a:solidFill>
                <a:ea typeface="黑体" pitchFamily="49" charset="-122"/>
              </a:rPr>
              <a:t>数组的相应元素，把相应的列和对角线设置为不安全。</a:t>
            </a:r>
          </a:p>
        </p:txBody>
      </p:sp>
    </p:spTree>
    <p:extLst>
      <p:ext uri="{BB962C8B-B14F-4D97-AF65-F5344CB8AC3E}">
        <p14:creationId xmlns:p14="http://schemas.microsoft.com/office/powerpoint/2010/main" val="167425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88640" y="1660391"/>
            <a:ext cx="8777085" cy="353943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Queen     =  [0, 0, 0, 0, 0, 0, 0, 0, 0]</a:t>
            </a:r>
          </a:p>
          <a:p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Column  =  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[0, 0, 0, 0, 0, 0, 0, 0, 0]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Down  =  </a:t>
            </a:r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[0, 0, 0, 0, 0, 0, 0, 0, 0, 0, 0, 0, 0, 0, 0]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r>
              <a:rPr kumimoji="1" lang="en-US" altLang="zh-CN" sz="3200" b="1">
                <a:latin typeface="Times New Roman" pitchFamily="18" charset="0"/>
                <a:ea typeface="宋体" charset="-122"/>
                <a:cs typeface="Times New Roman" pitchFamily="18" charset="0"/>
              </a:rPr>
              <a:t>Up  =  [0, 0, 0, 0, 0, 0, 0, 0, 0, 0, 0, 0, 0, 0, 0]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/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main( ):</a:t>
            </a:r>
          </a:p>
          <a:p>
            <a:pPr eaLnBrk="1" hangingPunct="1"/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TryQueen( 1 )</a:t>
            </a:r>
          </a:p>
        </p:txBody>
      </p:sp>
    </p:spTree>
    <p:extLst>
      <p:ext uri="{BB962C8B-B14F-4D97-AF65-F5344CB8AC3E}">
        <p14:creationId xmlns:p14="http://schemas.microsoft.com/office/powerpoint/2010/main" val="384142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37564" y="98987"/>
            <a:ext cx="7108414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96049" y="972618"/>
            <a:ext cx="9252066" cy="547842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def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TryQueen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(i):	  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摆放第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行的皇后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for j in range(1, 9):  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尝试把该皇后放在每一列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if Column[j]==1 or Down[i-j+7]==1 or Up[i+j-2]==1:</a:t>
            </a: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continue  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失败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Queen[i] = j  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把该皇后放在第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j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列上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lnSpc>
                <a:spcPts val="3000"/>
              </a:lnSpc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Column[j] = </a:t>
            </a:r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Down[i-j+7] = Up[i+j-2] =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if i == 8:    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已找到一种解决方案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for k in range(1, 9):</a:t>
            </a: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    print(Queen[k], end = ' ')</a:t>
            </a: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latin typeface="Times New Roman" pitchFamily="18" charset="0"/>
                <a:ea typeface="宋体" charset="-122"/>
                <a:cs typeface="Times New Roman" pitchFamily="18" charset="0"/>
              </a:rPr>
              <a:t>            print()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else:</a:t>
            </a:r>
          </a:p>
          <a:p>
            <a:pPr eaLnBrk="1" hangingPunct="1">
              <a:lnSpc>
                <a:spcPts val="3000"/>
              </a:lnSpc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    TryQueen(i + 1)	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摆放第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i+1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行的皇后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Queen[i] = 0 	  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# 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回溯，把该皇后从第</a:t>
            </a:r>
            <a:r>
              <a:rPr kumimoji="1" lang="en-US" altLang="zh-CN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j</a:t>
            </a:r>
            <a:r>
              <a:rPr kumimoji="1" lang="zh-CN" altLang="en-US" sz="2400" b="1">
                <a:solidFill>
                  <a:srgbClr val="00B05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列拿起</a:t>
            </a:r>
            <a:endParaRPr kumimoji="1" lang="en-US" altLang="zh-CN" sz="2400" b="1">
              <a:solidFill>
                <a:srgbClr val="00B05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3000"/>
              </a:lnSpc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Column[j] = Down[i-j+7] = Up[i+j-2] = 0</a:t>
            </a:r>
          </a:p>
        </p:txBody>
      </p:sp>
      <p:sp>
        <p:nvSpPr>
          <p:cNvPr id="11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0941483" y="6105669"/>
            <a:ext cx="476250" cy="288925"/>
          </a:xfrm>
          <a:prstGeom prst="actionButtonBackPrevious">
            <a:avLst/>
          </a:prstGeom>
          <a:noFill/>
          <a:ln w="9525">
            <a:solidFill>
              <a:srgbClr val="C8049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eaLnBrk="1" hangingPunct="1"/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355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254190" y="49109"/>
            <a:ext cx="5994422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769" y="776421"/>
            <a:ext cx="5657157" cy="5657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343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2660095-1412-4de3-82c3-8cc48b93c150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A550DE"/>
      </a:accent1>
      <a:accent2>
        <a:srgbClr val="81308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A550DE"/>
    </a:accent1>
    <a:accent2>
      <a:srgbClr val="81308C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5976</TotalTime>
  <Words>3896</Words>
  <Application>Microsoft Office PowerPoint</Application>
  <PresentationFormat>宽屏</PresentationFormat>
  <Paragraphs>437</Paragraphs>
  <Slides>55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4" baseType="lpstr">
      <vt:lpstr>等线</vt:lpstr>
      <vt:lpstr>方正舒体</vt:lpstr>
      <vt:lpstr>黑体</vt:lpstr>
      <vt:lpstr>楷体</vt:lpstr>
      <vt:lpstr>隶书</vt:lpstr>
      <vt:lpstr>宋体</vt:lpstr>
      <vt:lpstr>微软雅黑</vt:lpstr>
      <vt:lpstr>Arial</vt:lpstr>
      <vt:lpstr>Arial Black</vt:lpstr>
      <vt:lpstr>Calibri</vt:lpstr>
      <vt:lpstr>Courier New</vt:lpstr>
      <vt:lpstr>Segoe UI</vt:lpstr>
      <vt:lpstr>Segoe UI Semilight</vt:lpstr>
      <vt:lpstr>Tahoma</vt:lpstr>
      <vt:lpstr>Times New Roman</vt:lpstr>
      <vt:lpstr>Wingdings</vt:lpstr>
      <vt:lpstr>Wingdings 2</vt:lpstr>
      <vt:lpstr>1_Office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CWJ</cp:lastModifiedBy>
  <cp:revision>681</cp:revision>
  <dcterms:created xsi:type="dcterms:W3CDTF">2020-07-27T01:08:00Z</dcterms:created>
  <dcterms:modified xsi:type="dcterms:W3CDTF">2025-12-16T04:46:01Z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F2ED8728BD3849908EBCAD75A285C632_13</vt:lpwstr>
  </property>
  <property fmtid="{D5CDD505-2E9C-101B-9397-08002B2CF9AE}" pid="3" name="KSOProductBuildVer">
    <vt:lpwstr>2052-11.1.0.14309</vt:lpwstr>
  </property>
</Properties>
</file>